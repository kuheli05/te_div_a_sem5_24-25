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2"/>
  </p:notesMasterIdLst>
  <p:sldIdLst>
    <p:sldId id="256" r:id="rId3"/>
    <p:sldId id="257" r:id="rId4"/>
    <p:sldId id="258" r:id="rId5"/>
    <p:sldId id="259" r:id="rId6"/>
    <p:sldId id="260" r:id="rId7"/>
    <p:sldId id="261" r:id="rId8"/>
    <p:sldId id="262" r:id="rId9"/>
    <p:sldId id="263" r:id="rId10"/>
    <p:sldId id="264" r:id="rId11"/>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s.kuheli.05@gmail.com" userId="0b79e3a77d0d3589" providerId="LiveId" clId="{A68BA27D-9DFC-4AFA-A47A-0F58CC0E62FA}"/>
    <pc:docChg chg="undo custSel modSld">
      <pc:chgData name="das.kuheli.05@gmail.com" userId="0b79e3a77d0d3589" providerId="LiveId" clId="{A68BA27D-9DFC-4AFA-A47A-0F58CC0E62FA}" dt="2024-09-02T04:27:58.069" v="6" actId="1076"/>
      <pc:docMkLst>
        <pc:docMk/>
      </pc:docMkLst>
      <pc:sldChg chg="modSp mod">
        <pc:chgData name="das.kuheli.05@gmail.com" userId="0b79e3a77d0d3589" providerId="LiveId" clId="{A68BA27D-9DFC-4AFA-A47A-0F58CC0E62FA}" dt="2024-09-02T04:27:58.069" v="6" actId="1076"/>
        <pc:sldMkLst>
          <pc:docMk/>
          <pc:sldMk cId="0" sldId="261"/>
        </pc:sldMkLst>
        <pc:spChg chg="mod">
          <ac:chgData name="das.kuheli.05@gmail.com" userId="0b79e3a77d0d3589" providerId="LiveId" clId="{A68BA27D-9DFC-4AFA-A47A-0F58CC0E62FA}" dt="2024-09-02T04:27:58.069" v="6" actId="1076"/>
          <ac:spMkLst>
            <pc:docMk/>
            <pc:sldMk cId="0" sldId="261"/>
            <ac:spMk id="135" creationId="{00000000-0000-0000-0000-000000000000}"/>
          </ac:spMkLst>
        </pc:spChg>
        <pc:spChg chg="mod">
          <ac:chgData name="das.kuheli.05@gmail.com" userId="0b79e3a77d0d3589" providerId="LiveId" clId="{A68BA27D-9DFC-4AFA-A47A-0F58CC0E62FA}" dt="2024-09-02T04:27:36.528" v="4" actId="1076"/>
          <ac:spMkLst>
            <pc:docMk/>
            <pc:sldMk cId="0" sldId="261"/>
            <ac:spMk id="136" creationId="{00000000-0000-0000-0000-000000000000}"/>
          </ac:spMkLst>
        </pc:spChg>
        <pc:graphicFrameChg chg="mod modGraphic">
          <ac:chgData name="das.kuheli.05@gmail.com" userId="0b79e3a77d0d3589" providerId="LiveId" clId="{A68BA27D-9DFC-4AFA-A47A-0F58CC0E62FA}" dt="2024-09-02T04:27:41.406" v="5" actId="1076"/>
          <ac:graphicFrameMkLst>
            <pc:docMk/>
            <pc:sldMk cId="0" sldId="261"/>
            <ac:graphicFrameMk id="137" creationId="{00000000-0000-0000-0000-000000000000}"/>
          </ac:graphicFrameMkLst>
        </pc:graphicFrameChg>
      </pc:sldChg>
      <pc:sldChg chg="modSp mod">
        <pc:chgData name="das.kuheli.05@gmail.com" userId="0b79e3a77d0d3589" providerId="LiveId" clId="{A68BA27D-9DFC-4AFA-A47A-0F58CC0E62FA}" dt="2024-09-01T20:00:46.859" v="1"/>
        <pc:sldMkLst>
          <pc:docMk/>
          <pc:sldMk cId="0" sldId="264"/>
        </pc:sldMkLst>
        <pc:spChg chg="mod">
          <ac:chgData name="das.kuheli.05@gmail.com" userId="0b79e3a77d0d3589" providerId="LiveId" clId="{A68BA27D-9DFC-4AFA-A47A-0F58CC0E62FA}" dt="2024-09-01T20:00:46.859" v="1"/>
          <ac:spMkLst>
            <pc:docMk/>
            <pc:sldMk cId="0" sldId="264"/>
            <ac:spMk id="14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n-GB" sz="4400" b="0" strike="noStrike" spc="-1">
                <a:solidFill>
                  <a:srgbClr val="000000"/>
                </a:solidFill>
                <a:latin typeface="Arial"/>
              </a:rPr>
              <a:t>Click to move the slide</a:t>
            </a:r>
          </a:p>
        </p:txBody>
      </p:sp>
      <p:sp>
        <p:nvSpPr>
          <p:cNvPr id="10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en-GB" sz="2000" b="0" strike="noStrike" spc="-1">
                <a:solidFill>
                  <a:srgbClr val="000000"/>
                </a:solidFill>
                <a:latin typeface="Arial"/>
              </a:rPr>
              <a:t>Click to edit the notes format</a:t>
            </a:r>
          </a:p>
        </p:txBody>
      </p:sp>
      <p:sp>
        <p:nvSpPr>
          <p:cNvPr id="10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GB" sz="1400" b="0" strike="noStrike" spc="-1">
                <a:solidFill>
                  <a:srgbClr val="000000"/>
                </a:solidFill>
                <a:latin typeface="Times New Roman"/>
              </a:rPr>
              <a:t>&lt;header&gt;</a:t>
            </a:r>
          </a:p>
        </p:txBody>
      </p:sp>
      <p:sp>
        <p:nvSpPr>
          <p:cNvPr id="107" name="PlaceHolder 4"/>
          <p:cNvSpPr>
            <a:spLocks noGrp="1"/>
          </p:cNvSpPr>
          <p:nvPr>
            <p:ph type="dt" idx="7"/>
          </p:nvPr>
        </p:nvSpPr>
        <p:spPr>
          <a:xfrm>
            <a:off x="4278960" y="0"/>
            <a:ext cx="3280680" cy="534240"/>
          </a:xfrm>
          <a:prstGeom prst="rect">
            <a:avLst/>
          </a:prstGeom>
          <a:noFill/>
          <a:ln w="0">
            <a:noFill/>
          </a:ln>
        </p:spPr>
        <p:txBody>
          <a:bodyPr lIns="0" tIns="0" rIns="0" bIns="0" anchor="t">
            <a:noAutofit/>
          </a:bodyPr>
          <a:lstStyle>
            <a:lvl1pPr indent="0" algn="r">
              <a:buNone/>
              <a:defRPr lang="en-GB" sz="1400" b="0" strike="noStrike" spc="-1">
                <a:solidFill>
                  <a:srgbClr val="000000"/>
                </a:solidFill>
                <a:latin typeface="Times New Roman"/>
              </a:defRPr>
            </a:lvl1pPr>
          </a:lstStyle>
          <a:p>
            <a:pPr indent="0" algn="r">
              <a:buNone/>
            </a:pPr>
            <a:r>
              <a:rPr lang="en-GB" sz="1400" b="0" strike="noStrike" spc="-1">
                <a:solidFill>
                  <a:srgbClr val="000000"/>
                </a:solidFill>
                <a:latin typeface="Times New Roman"/>
              </a:rPr>
              <a:t>&lt;date/time&gt;</a:t>
            </a:r>
          </a:p>
        </p:txBody>
      </p:sp>
      <p:sp>
        <p:nvSpPr>
          <p:cNvPr id="108" name="PlaceHolder 5"/>
          <p:cNvSpPr>
            <a:spLocks noGrp="1"/>
          </p:cNvSpPr>
          <p:nvPr>
            <p:ph type="ftr" idx="8"/>
          </p:nvPr>
        </p:nvSpPr>
        <p:spPr>
          <a:xfrm>
            <a:off x="0" y="10157400"/>
            <a:ext cx="3280680" cy="534240"/>
          </a:xfrm>
          <a:prstGeom prst="rect">
            <a:avLst/>
          </a:prstGeom>
          <a:noFill/>
          <a:ln w="0">
            <a:noFill/>
          </a:ln>
        </p:spPr>
        <p:txBody>
          <a:bodyPr lIns="0" tIns="0" rIns="0" bIns="0" anchor="b">
            <a:noAutofit/>
          </a:bodyPr>
          <a:lstStyle>
            <a:lvl1pPr indent="0">
              <a:buNone/>
              <a:defRPr lang="en-GB" sz="1400" b="0" strike="noStrike" spc="-1">
                <a:solidFill>
                  <a:srgbClr val="000000"/>
                </a:solidFill>
                <a:latin typeface="Times New Roman"/>
              </a:defRPr>
            </a:lvl1pPr>
          </a:lstStyle>
          <a:p>
            <a:pPr indent="0">
              <a:buNone/>
            </a:pPr>
            <a:r>
              <a:rPr lang="en-GB" sz="1400" b="0" strike="noStrike" spc="-1">
                <a:solidFill>
                  <a:srgbClr val="000000"/>
                </a:solidFill>
                <a:latin typeface="Times New Roman"/>
              </a:rPr>
              <a:t>&lt;footer&gt;</a:t>
            </a:r>
          </a:p>
        </p:txBody>
      </p:sp>
      <p:sp>
        <p:nvSpPr>
          <p:cNvPr id="109" name="PlaceHolder 6"/>
          <p:cNvSpPr>
            <a:spLocks noGrp="1"/>
          </p:cNvSpPr>
          <p:nvPr>
            <p:ph type="sldNum" idx="9"/>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strike="noStrike" spc="-1">
                <a:solidFill>
                  <a:srgbClr val="000000"/>
                </a:solidFill>
                <a:latin typeface="Times New Roman"/>
              </a:defRPr>
            </a:lvl1pPr>
          </a:lstStyle>
          <a:p>
            <a:pPr indent="0" algn="r">
              <a:buNone/>
            </a:pPr>
            <a:fld id="{CCF9FC5C-9AE9-4625-86DE-4BCFDC2232CF}" type="slidenum">
              <a:rPr lang="en-GB" sz="1400" b="0" strike="noStrike" spc="-1">
                <a:solidFill>
                  <a:srgbClr val="000000"/>
                </a:solidFill>
                <a:latin typeface="Times New Roman"/>
              </a:rPr>
              <a:t>‹#›</a:t>
            </a:fld>
            <a:endParaRPr lang="en-GB"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PlaceHolder 1"/>
          <p:cNvSpPr>
            <a:spLocks noGrp="1"/>
          </p:cNvSpPr>
          <p:nvPr>
            <p:ph type="sldNum" idx="10"/>
          </p:nvPr>
        </p:nvSpPr>
        <p:spPr>
          <a:xfrm>
            <a:off x="4278240" y="10156680"/>
            <a:ext cx="3278880" cy="532800"/>
          </a:xfrm>
          <a:prstGeom prst="rect">
            <a:avLst/>
          </a:prstGeom>
          <a:noFill/>
          <a:ln w="0">
            <a:noFill/>
          </a:ln>
        </p:spPr>
        <p:txBody>
          <a:bodyPr lIns="0" tIns="0" rIns="0" bIns="0" numCol="1" spcCol="0" anchor="b">
            <a:noAutofit/>
          </a:bodyPr>
          <a:lstStyle>
            <a:lvl1pPr indent="0" algn="r">
              <a:lnSpc>
                <a:spcPct val="93000"/>
              </a:lnSpc>
              <a:buNone/>
              <a:tabLst>
                <a:tab pos="0" algn="l"/>
              </a:tabLst>
              <a:defRPr lang="en-IN" sz="1400" b="0" strike="noStrike" spc="-1">
                <a:solidFill>
                  <a:srgbClr val="000000"/>
                </a:solidFill>
                <a:latin typeface="Times New Roman"/>
                <a:ea typeface="+mn-ea"/>
              </a:defRPr>
            </a:lvl1pPr>
          </a:lstStyle>
          <a:p>
            <a:pPr indent="0" algn="r">
              <a:lnSpc>
                <a:spcPct val="93000"/>
              </a:lnSpc>
              <a:buNone/>
              <a:tabLst>
                <a:tab pos="0" algn="l"/>
              </a:tabLst>
            </a:pPr>
            <a:fld id="{FFDDA456-862B-4491-B12D-39F1997CC4E9}" type="slidenum">
              <a:rPr lang="en-IN" sz="1400" b="0" strike="noStrike" spc="-1">
                <a:solidFill>
                  <a:srgbClr val="000000"/>
                </a:solidFill>
                <a:latin typeface="Times New Roman"/>
                <a:ea typeface="+mn-ea"/>
              </a:rPr>
              <a:t>1</a:t>
            </a:fld>
            <a:endParaRPr lang="en-GB" sz="1400" b="0" strike="noStrike" spc="-1">
              <a:solidFill>
                <a:srgbClr val="000000"/>
              </a:solidFill>
              <a:latin typeface="Times New Roman"/>
            </a:endParaRPr>
          </a:p>
        </p:txBody>
      </p:sp>
      <p:sp>
        <p:nvSpPr>
          <p:cNvPr id="148" name="PlaceHolder 2"/>
          <p:cNvSpPr>
            <a:spLocks noGrp="1" noRot="1" noChangeAspect="1"/>
          </p:cNvSpPr>
          <p:nvPr>
            <p:ph type="sldImg"/>
          </p:nvPr>
        </p:nvSpPr>
        <p:spPr>
          <a:xfrm>
            <a:off x="216000" y="812880"/>
            <a:ext cx="7127280" cy="4007880"/>
          </a:xfrm>
          <a:prstGeom prst="rect">
            <a:avLst/>
          </a:prstGeom>
          <a:ln w="0">
            <a:noFill/>
          </a:ln>
        </p:spPr>
      </p:sp>
      <p:sp>
        <p:nvSpPr>
          <p:cNvPr id="149" name="PlaceHolder 3"/>
          <p:cNvSpPr>
            <a:spLocks noGrp="1"/>
          </p:cNvSpPr>
          <p:nvPr>
            <p:ph type="body"/>
          </p:nvPr>
        </p:nvSpPr>
        <p:spPr>
          <a:xfrm>
            <a:off x="755640" y="5078520"/>
            <a:ext cx="6047640" cy="4811040"/>
          </a:xfrm>
          <a:prstGeom prst="rect">
            <a:avLst/>
          </a:prstGeom>
          <a:noFill/>
          <a:ln w="0">
            <a:noFill/>
          </a:ln>
        </p:spPr>
        <p:txBody>
          <a:bodyPr lIns="0" tIns="0" rIns="0" bIns="0" numCol="1" spcCol="0" anchor="ctr">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sldNum" idx="11"/>
          </p:nvPr>
        </p:nvSpPr>
        <p:spPr>
          <a:xfrm>
            <a:off x="4278240" y="10156680"/>
            <a:ext cx="3278880" cy="532800"/>
          </a:xfrm>
          <a:prstGeom prst="rect">
            <a:avLst/>
          </a:prstGeom>
          <a:noFill/>
          <a:ln w="0">
            <a:noFill/>
          </a:ln>
        </p:spPr>
        <p:txBody>
          <a:bodyPr lIns="0" tIns="0" rIns="0" bIns="0" numCol="1" spcCol="0" anchor="b">
            <a:noAutofit/>
          </a:bodyPr>
          <a:lstStyle>
            <a:lvl1pPr indent="0" algn="r">
              <a:lnSpc>
                <a:spcPct val="93000"/>
              </a:lnSpc>
              <a:buNone/>
              <a:tabLst>
                <a:tab pos="0" algn="l"/>
              </a:tabLst>
              <a:defRPr lang="en-IN" sz="1400" b="0" strike="noStrike" spc="-1">
                <a:solidFill>
                  <a:srgbClr val="000000"/>
                </a:solidFill>
                <a:latin typeface="Times New Roman"/>
                <a:ea typeface="+mn-ea"/>
              </a:defRPr>
            </a:lvl1pPr>
          </a:lstStyle>
          <a:p>
            <a:pPr indent="0" algn="r">
              <a:lnSpc>
                <a:spcPct val="93000"/>
              </a:lnSpc>
              <a:buNone/>
              <a:tabLst>
                <a:tab pos="0" algn="l"/>
              </a:tabLst>
            </a:pPr>
            <a:fld id="{C0AC4805-6EEB-4969-AA12-46D090198E28}" type="slidenum">
              <a:rPr lang="en-IN" sz="1400" b="0" strike="noStrike" spc="-1">
                <a:solidFill>
                  <a:srgbClr val="000000"/>
                </a:solidFill>
                <a:latin typeface="Times New Roman"/>
                <a:ea typeface="+mn-ea"/>
              </a:rPr>
              <a:t>2</a:t>
            </a:fld>
            <a:endParaRPr lang="en-GB" sz="1400" b="0" strike="noStrike" spc="-1">
              <a:solidFill>
                <a:srgbClr val="000000"/>
              </a:solidFill>
              <a:latin typeface="Times New Roman"/>
            </a:endParaRPr>
          </a:p>
        </p:txBody>
      </p:sp>
      <p:sp>
        <p:nvSpPr>
          <p:cNvPr id="151" name="PlaceHolder 2"/>
          <p:cNvSpPr>
            <a:spLocks noGrp="1" noRot="1" noChangeAspect="1"/>
          </p:cNvSpPr>
          <p:nvPr>
            <p:ph type="sldImg"/>
          </p:nvPr>
        </p:nvSpPr>
        <p:spPr>
          <a:xfrm>
            <a:off x="1106640" y="812880"/>
            <a:ext cx="5346000" cy="4007880"/>
          </a:xfrm>
          <a:prstGeom prst="rect">
            <a:avLst/>
          </a:prstGeom>
          <a:ln w="0">
            <a:noFill/>
          </a:ln>
        </p:spPr>
      </p:sp>
      <p:sp>
        <p:nvSpPr>
          <p:cNvPr id="152" name="PlaceHolder 3"/>
          <p:cNvSpPr>
            <a:spLocks noGrp="1"/>
          </p:cNvSpPr>
          <p:nvPr>
            <p:ph type="body"/>
          </p:nvPr>
        </p:nvSpPr>
        <p:spPr>
          <a:xfrm>
            <a:off x="755640" y="5078520"/>
            <a:ext cx="6047640" cy="4811040"/>
          </a:xfrm>
          <a:prstGeom prst="rect">
            <a:avLst/>
          </a:prstGeom>
          <a:noFill/>
          <a:ln w="0">
            <a:noFill/>
          </a:ln>
        </p:spPr>
        <p:txBody>
          <a:bodyPr lIns="0" tIns="0" rIns="0" bIns="0" numCol="1" spcCol="0" anchor="ctr">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p:cNvSpPr>
          <p:nvPr>
            <p:ph type="sldNum" idx="12"/>
          </p:nvPr>
        </p:nvSpPr>
        <p:spPr>
          <a:xfrm>
            <a:off x="4278240" y="10156680"/>
            <a:ext cx="3278880" cy="532800"/>
          </a:xfrm>
          <a:prstGeom prst="rect">
            <a:avLst/>
          </a:prstGeom>
          <a:noFill/>
          <a:ln w="0">
            <a:noFill/>
          </a:ln>
        </p:spPr>
        <p:txBody>
          <a:bodyPr lIns="0" tIns="0" rIns="0" bIns="0" numCol="1" spcCol="0" anchor="b">
            <a:noAutofit/>
          </a:bodyPr>
          <a:lstStyle>
            <a:lvl1pPr indent="0" algn="r">
              <a:lnSpc>
                <a:spcPct val="93000"/>
              </a:lnSpc>
              <a:buNone/>
              <a:tabLst>
                <a:tab pos="0" algn="l"/>
              </a:tabLst>
              <a:defRPr lang="en-IN" sz="1400" b="0" strike="noStrike" spc="-1">
                <a:solidFill>
                  <a:srgbClr val="000000"/>
                </a:solidFill>
                <a:latin typeface="Times New Roman"/>
                <a:ea typeface="+mn-ea"/>
              </a:defRPr>
            </a:lvl1pPr>
          </a:lstStyle>
          <a:p>
            <a:pPr indent="0" algn="r">
              <a:lnSpc>
                <a:spcPct val="93000"/>
              </a:lnSpc>
              <a:buNone/>
              <a:tabLst>
                <a:tab pos="0" algn="l"/>
              </a:tabLst>
            </a:pPr>
            <a:fld id="{438F655F-6529-4295-A89A-5C1A593A0B91}" type="slidenum">
              <a:rPr lang="en-IN" sz="1400" b="0" strike="noStrike" spc="-1">
                <a:solidFill>
                  <a:srgbClr val="000000"/>
                </a:solidFill>
                <a:latin typeface="Times New Roman"/>
                <a:ea typeface="+mn-ea"/>
              </a:rPr>
              <a:t>6</a:t>
            </a:fld>
            <a:endParaRPr lang="en-GB" sz="1400" b="0" strike="noStrike" spc="-1">
              <a:solidFill>
                <a:srgbClr val="000000"/>
              </a:solidFill>
              <a:latin typeface="Times New Roman"/>
            </a:endParaRPr>
          </a:p>
        </p:txBody>
      </p:sp>
      <p:sp>
        <p:nvSpPr>
          <p:cNvPr id="154" name="PlaceHolder 2"/>
          <p:cNvSpPr>
            <a:spLocks noGrp="1" noRot="1" noChangeAspect="1"/>
          </p:cNvSpPr>
          <p:nvPr>
            <p:ph type="sldImg"/>
          </p:nvPr>
        </p:nvSpPr>
        <p:spPr>
          <a:xfrm>
            <a:off x="1106488" y="812800"/>
            <a:ext cx="5346700" cy="4008438"/>
          </a:xfrm>
          <a:prstGeom prst="rect">
            <a:avLst/>
          </a:prstGeom>
          <a:ln w="0">
            <a:noFill/>
          </a:ln>
        </p:spPr>
      </p:sp>
      <p:sp>
        <p:nvSpPr>
          <p:cNvPr id="155" name="PlaceHolder 3"/>
          <p:cNvSpPr>
            <a:spLocks noGrp="1"/>
          </p:cNvSpPr>
          <p:nvPr>
            <p:ph type="body"/>
          </p:nvPr>
        </p:nvSpPr>
        <p:spPr>
          <a:xfrm>
            <a:off x="755640" y="5078520"/>
            <a:ext cx="6047640" cy="4811040"/>
          </a:xfrm>
          <a:prstGeom prst="rect">
            <a:avLst/>
          </a:prstGeom>
          <a:noFill/>
          <a:ln w="0">
            <a:noFill/>
          </a:ln>
        </p:spPr>
        <p:txBody>
          <a:bodyPr lIns="0" tIns="0" rIns="0" bIns="0" numCol="1" spcCol="0" anchor="ctr">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PlaceHolder 1"/>
          <p:cNvSpPr>
            <a:spLocks noGrp="1"/>
          </p:cNvSpPr>
          <p:nvPr>
            <p:ph type="sldNum" idx="13"/>
          </p:nvPr>
        </p:nvSpPr>
        <p:spPr>
          <a:xfrm>
            <a:off x="4278240" y="10156680"/>
            <a:ext cx="3278880" cy="532800"/>
          </a:xfrm>
          <a:prstGeom prst="rect">
            <a:avLst/>
          </a:prstGeom>
          <a:noFill/>
          <a:ln w="0">
            <a:noFill/>
          </a:ln>
        </p:spPr>
        <p:txBody>
          <a:bodyPr lIns="0" tIns="0" rIns="0" bIns="0" numCol="1" spcCol="0" anchor="b">
            <a:noAutofit/>
          </a:bodyPr>
          <a:lstStyle>
            <a:lvl1pPr indent="0" algn="r">
              <a:lnSpc>
                <a:spcPct val="93000"/>
              </a:lnSpc>
              <a:buNone/>
              <a:tabLst>
                <a:tab pos="0" algn="l"/>
              </a:tabLst>
              <a:defRPr lang="en-IN" sz="1400" b="0" strike="noStrike" spc="-1">
                <a:solidFill>
                  <a:srgbClr val="000000"/>
                </a:solidFill>
                <a:latin typeface="Times New Roman"/>
                <a:ea typeface="+mn-ea"/>
              </a:defRPr>
            </a:lvl1pPr>
          </a:lstStyle>
          <a:p>
            <a:pPr indent="0" algn="r">
              <a:lnSpc>
                <a:spcPct val="93000"/>
              </a:lnSpc>
              <a:buNone/>
              <a:tabLst>
                <a:tab pos="0" algn="l"/>
              </a:tabLst>
            </a:pPr>
            <a:fld id="{4C85480A-F658-4F0A-B5E0-8D661FB2E8A8}" type="slidenum">
              <a:rPr lang="en-IN" sz="1400" b="0" strike="noStrike" spc="-1">
                <a:solidFill>
                  <a:srgbClr val="000000"/>
                </a:solidFill>
                <a:latin typeface="Times New Roman"/>
                <a:ea typeface="+mn-ea"/>
              </a:rPr>
              <a:t>7</a:t>
            </a:fld>
            <a:endParaRPr lang="en-GB" sz="1400" b="0" strike="noStrike" spc="-1">
              <a:solidFill>
                <a:srgbClr val="000000"/>
              </a:solidFill>
              <a:latin typeface="Times New Roman"/>
            </a:endParaRPr>
          </a:p>
        </p:txBody>
      </p:sp>
      <p:sp>
        <p:nvSpPr>
          <p:cNvPr id="157" name="PlaceHolder 2"/>
          <p:cNvSpPr>
            <a:spLocks noGrp="1" noRot="1" noChangeAspect="1"/>
          </p:cNvSpPr>
          <p:nvPr>
            <p:ph type="sldImg"/>
          </p:nvPr>
        </p:nvSpPr>
        <p:spPr>
          <a:xfrm>
            <a:off x="1106640" y="812880"/>
            <a:ext cx="5346000" cy="4007880"/>
          </a:xfrm>
          <a:prstGeom prst="rect">
            <a:avLst/>
          </a:prstGeom>
          <a:ln w="0">
            <a:noFill/>
          </a:ln>
        </p:spPr>
      </p:sp>
      <p:sp>
        <p:nvSpPr>
          <p:cNvPr id="158" name="PlaceHolder 3"/>
          <p:cNvSpPr>
            <a:spLocks noGrp="1"/>
          </p:cNvSpPr>
          <p:nvPr>
            <p:ph type="body"/>
          </p:nvPr>
        </p:nvSpPr>
        <p:spPr>
          <a:xfrm>
            <a:off x="755640" y="5078520"/>
            <a:ext cx="6047640" cy="4811040"/>
          </a:xfrm>
          <a:prstGeom prst="rect">
            <a:avLst/>
          </a:prstGeom>
          <a:noFill/>
          <a:ln w="0">
            <a:noFill/>
          </a:ln>
        </p:spPr>
        <p:txBody>
          <a:bodyPr lIns="0" tIns="0" rIns="0" bIns="0" numCol="1" spcCol="0" anchor="ctr">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sldNum" idx="14"/>
          </p:nvPr>
        </p:nvSpPr>
        <p:spPr>
          <a:xfrm>
            <a:off x="4278240" y="10156680"/>
            <a:ext cx="3278880" cy="532800"/>
          </a:xfrm>
          <a:prstGeom prst="rect">
            <a:avLst/>
          </a:prstGeom>
          <a:noFill/>
          <a:ln w="0">
            <a:noFill/>
          </a:ln>
        </p:spPr>
        <p:txBody>
          <a:bodyPr lIns="0" tIns="0" rIns="0" bIns="0" numCol="1" spcCol="0" anchor="b">
            <a:noAutofit/>
          </a:bodyPr>
          <a:lstStyle>
            <a:lvl1pPr indent="0" algn="r">
              <a:lnSpc>
                <a:spcPct val="93000"/>
              </a:lnSpc>
              <a:buNone/>
              <a:tabLst>
                <a:tab pos="0" algn="l"/>
              </a:tabLst>
              <a:defRPr lang="en-IN" sz="1400" b="0" strike="noStrike" spc="-1">
                <a:solidFill>
                  <a:srgbClr val="000000"/>
                </a:solidFill>
                <a:latin typeface="Times New Roman"/>
                <a:ea typeface="+mn-ea"/>
              </a:defRPr>
            </a:lvl1pPr>
          </a:lstStyle>
          <a:p>
            <a:pPr indent="0" algn="r">
              <a:lnSpc>
                <a:spcPct val="93000"/>
              </a:lnSpc>
              <a:buNone/>
              <a:tabLst>
                <a:tab pos="0" algn="l"/>
              </a:tabLst>
            </a:pPr>
            <a:fld id="{62F9A336-7D8A-4C84-AF98-341932ECC890}" type="slidenum">
              <a:rPr lang="en-IN" sz="1400" b="0" strike="noStrike" spc="-1">
                <a:solidFill>
                  <a:srgbClr val="000000"/>
                </a:solidFill>
                <a:latin typeface="Times New Roman"/>
                <a:ea typeface="+mn-ea"/>
              </a:rPr>
              <a:t>8</a:t>
            </a:fld>
            <a:endParaRPr lang="en-GB" sz="1400" b="0" strike="noStrike" spc="-1">
              <a:solidFill>
                <a:srgbClr val="000000"/>
              </a:solidFill>
              <a:latin typeface="Times New Roman"/>
            </a:endParaRPr>
          </a:p>
        </p:txBody>
      </p:sp>
      <p:sp>
        <p:nvSpPr>
          <p:cNvPr id="160" name="PlaceHolder 2"/>
          <p:cNvSpPr>
            <a:spLocks noGrp="1" noRot="1" noChangeAspect="1"/>
          </p:cNvSpPr>
          <p:nvPr>
            <p:ph type="sldImg"/>
          </p:nvPr>
        </p:nvSpPr>
        <p:spPr>
          <a:xfrm>
            <a:off x="1106640" y="812880"/>
            <a:ext cx="5346000" cy="4007880"/>
          </a:xfrm>
          <a:prstGeom prst="rect">
            <a:avLst/>
          </a:prstGeom>
          <a:ln w="0">
            <a:noFill/>
          </a:ln>
        </p:spPr>
      </p:sp>
      <p:sp>
        <p:nvSpPr>
          <p:cNvPr id="161" name="PlaceHolder 3"/>
          <p:cNvSpPr>
            <a:spLocks noGrp="1"/>
          </p:cNvSpPr>
          <p:nvPr>
            <p:ph type="body"/>
          </p:nvPr>
        </p:nvSpPr>
        <p:spPr>
          <a:xfrm>
            <a:off x="755640" y="5078520"/>
            <a:ext cx="6047640" cy="4811040"/>
          </a:xfrm>
          <a:prstGeom prst="rect">
            <a:avLst/>
          </a:prstGeom>
          <a:noFill/>
          <a:ln w="0">
            <a:noFill/>
          </a:ln>
        </p:spPr>
        <p:txBody>
          <a:bodyPr lIns="0" tIns="0" rIns="0" bIns="0" numCol="1" spcCol="0" anchor="ctr">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sldNum" idx="15"/>
          </p:nvPr>
        </p:nvSpPr>
        <p:spPr>
          <a:xfrm>
            <a:off x="4278240" y="10156680"/>
            <a:ext cx="3278880" cy="532800"/>
          </a:xfrm>
          <a:prstGeom prst="rect">
            <a:avLst/>
          </a:prstGeom>
          <a:noFill/>
          <a:ln w="0">
            <a:noFill/>
          </a:ln>
        </p:spPr>
        <p:txBody>
          <a:bodyPr lIns="0" tIns="0" rIns="0" bIns="0" numCol="1" spcCol="0" anchor="b">
            <a:noAutofit/>
          </a:bodyPr>
          <a:lstStyle>
            <a:lvl1pPr indent="0" algn="r">
              <a:lnSpc>
                <a:spcPct val="93000"/>
              </a:lnSpc>
              <a:buNone/>
              <a:tabLst>
                <a:tab pos="0" algn="l"/>
              </a:tabLst>
              <a:defRPr lang="en-IN" sz="1400" b="0" strike="noStrike" spc="-1">
                <a:solidFill>
                  <a:srgbClr val="000000"/>
                </a:solidFill>
                <a:latin typeface="Times New Roman"/>
                <a:ea typeface="+mn-ea"/>
              </a:defRPr>
            </a:lvl1pPr>
          </a:lstStyle>
          <a:p>
            <a:pPr indent="0" algn="r">
              <a:lnSpc>
                <a:spcPct val="93000"/>
              </a:lnSpc>
              <a:buNone/>
              <a:tabLst>
                <a:tab pos="0" algn="l"/>
              </a:tabLst>
            </a:pPr>
            <a:fld id="{0F8D74A2-D825-4FED-95FE-691F1FACDEB9}" type="slidenum">
              <a:rPr lang="en-IN" sz="1400" b="0" strike="noStrike" spc="-1">
                <a:solidFill>
                  <a:srgbClr val="000000"/>
                </a:solidFill>
                <a:latin typeface="Times New Roman"/>
                <a:ea typeface="+mn-ea"/>
              </a:rPr>
              <a:t>9</a:t>
            </a:fld>
            <a:endParaRPr lang="en-GB" sz="1400" b="0" strike="noStrike" spc="-1">
              <a:solidFill>
                <a:srgbClr val="000000"/>
              </a:solidFill>
              <a:latin typeface="Times New Roman"/>
            </a:endParaRPr>
          </a:p>
        </p:txBody>
      </p:sp>
      <p:sp>
        <p:nvSpPr>
          <p:cNvPr id="163" name="PlaceHolder 2"/>
          <p:cNvSpPr>
            <a:spLocks noGrp="1" noRot="1" noChangeAspect="1"/>
          </p:cNvSpPr>
          <p:nvPr>
            <p:ph type="sldImg"/>
          </p:nvPr>
        </p:nvSpPr>
        <p:spPr>
          <a:xfrm>
            <a:off x="1106488" y="812800"/>
            <a:ext cx="5346700" cy="4008438"/>
          </a:xfrm>
          <a:prstGeom prst="rect">
            <a:avLst/>
          </a:prstGeom>
          <a:ln w="0">
            <a:noFill/>
          </a:ln>
        </p:spPr>
      </p:sp>
      <p:sp>
        <p:nvSpPr>
          <p:cNvPr id="164" name="PlaceHolder 3"/>
          <p:cNvSpPr>
            <a:spLocks noGrp="1"/>
          </p:cNvSpPr>
          <p:nvPr>
            <p:ph type="body"/>
          </p:nvPr>
        </p:nvSpPr>
        <p:spPr>
          <a:xfrm>
            <a:off x="755640" y="5078520"/>
            <a:ext cx="6047640" cy="4811040"/>
          </a:xfrm>
          <a:prstGeom prst="rect">
            <a:avLst/>
          </a:prstGeom>
          <a:noFill/>
          <a:ln w="0">
            <a:noFill/>
          </a:ln>
        </p:spPr>
        <p:txBody>
          <a:bodyPr lIns="0" tIns="0" rIns="0" bIns="0" numCol="1" spcCol="0" anchor="ctr">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B3ACEA43-CF09-4F32-BEFA-E16F818A8DF1}"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17" name="PlaceHolder 2"/>
          <p:cNvSpPr>
            <a:spLocks noGrp="1"/>
          </p:cNvSpPr>
          <p:nvPr>
            <p:ph type="subTitle"/>
          </p:nvPr>
        </p:nvSpPr>
        <p:spPr>
          <a:xfrm>
            <a:off x="504000" y="1768680"/>
            <a:ext cx="9072000" cy="4384080"/>
          </a:xfrm>
          <a:prstGeom prst="rect">
            <a:avLst/>
          </a:prstGeom>
          <a:noFill/>
          <a:ln w="0">
            <a:noFill/>
          </a:ln>
        </p:spPr>
        <p:txBody>
          <a:bodyPr lIns="0" tIns="0" rIns="0" bIns="0" anchor="ctr">
            <a:noAutofit/>
          </a:bodyPr>
          <a:lstStyle/>
          <a:p>
            <a:pPr indent="0" algn="ctr">
              <a:buNone/>
            </a:pPr>
            <a:endParaRPr lang="en-GB"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69118ED4-5DDC-4A81-A542-CCB162038F46}"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19" name="PlaceHolder 2"/>
          <p:cNvSpPr>
            <a:spLocks noGrp="1"/>
          </p:cNvSpPr>
          <p:nvPr>
            <p:ph/>
          </p:nvPr>
        </p:nvSpPr>
        <p:spPr>
          <a:xfrm>
            <a:off x="504000" y="1768680"/>
            <a:ext cx="9072000" cy="43840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B29B62C1-157C-4685-B192-1463D79902A8}"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21"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22"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9F1A1BBE-F395-4C04-8838-862C27DA3784}"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9B05A7A9-987D-4935-9506-66E77431CFE5}"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4" name="PlaceHolder 1"/>
          <p:cNvSpPr>
            <a:spLocks noGrp="1"/>
          </p:cNvSpPr>
          <p:nvPr>
            <p:ph type="subTitle"/>
          </p:nvPr>
        </p:nvSpPr>
        <p:spPr>
          <a:xfrm>
            <a:off x="504000" y="301320"/>
            <a:ext cx="9072000" cy="5850360"/>
          </a:xfrm>
          <a:prstGeom prst="rect">
            <a:avLst/>
          </a:prstGeom>
          <a:noFill/>
          <a:ln w="0">
            <a:noFill/>
          </a:ln>
        </p:spPr>
        <p:txBody>
          <a:bodyPr lIns="0" tIns="0" rIns="0" bIns="0" anchor="ctr">
            <a:noAutofit/>
          </a:bodyPr>
          <a:lstStyle/>
          <a:p>
            <a:pPr algn="ctr"/>
            <a:endParaRPr lang="en-GB" sz="32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C9F56F37-B957-47FB-BC44-EBA9353DB1B8}"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26"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27"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28"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72BF2253-5FE9-4F57-94F1-2037386D045F}"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30"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31"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32" name="PlaceHolder 4"/>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8F83EB94-6B95-4190-85FB-5A5842D05CCE}"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34"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35"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36" name="PlaceHolder 4"/>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28F5CE76-FE2A-4C2E-9C59-28C8038CA3A5}"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38" name="PlaceHolder 2"/>
          <p:cNvSpPr>
            <a:spLocks noGrp="1"/>
          </p:cNvSpPr>
          <p:nvPr>
            <p:ph/>
          </p:nvPr>
        </p:nvSpPr>
        <p:spPr>
          <a:xfrm>
            <a:off x="504000" y="1768680"/>
            <a:ext cx="907200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39" name="PlaceHolder 3"/>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D897DB92-9A01-4A53-BE90-BC065C7F12CB}"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41"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42"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43"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44" name="PlaceHolder 5"/>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B85DF60A-06D0-4B28-9737-B22B86EE74D8}"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46" name="PlaceHolder 2"/>
          <p:cNvSpPr>
            <a:spLocks noGrp="1"/>
          </p:cNvSpPr>
          <p:nvPr>
            <p:ph/>
          </p:nvPr>
        </p:nvSpPr>
        <p:spPr>
          <a:xfrm>
            <a:off x="504000" y="1768680"/>
            <a:ext cx="292104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47" name="PlaceHolder 3"/>
          <p:cNvSpPr>
            <a:spLocks noGrp="1"/>
          </p:cNvSpPr>
          <p:nvPr>
            <p:ph/>
          </p:nvPr>
        </p:nvSpPr>
        <p:spPr>
          <a:xfrm>
            <a:off x="3571560" y="1768680"/>
            <a:ext cx="292104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48" name="PlaceHolder 4"/>
          <p:cNvSpPr>
            <a:spLocks noGrp="1"/>
          </p:cNvSpPr>
          <p:nvPr>
            <p:ph/>
          </p:nvPr>
        </p:nvSpPr>
        <p:spPr>
          <a:xfrm>
            <a:off x="6639120" y="1768680"/>
            <a:ext cx="292104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49" name="PlaceHolder 5"/>
          <p:cNvSpPr>
            <a:spLocks noGrp="1"/>
          </p:cNvSpPr>
          <p:nvPr>
            <p:ph/>
          </p:nvPr>
        </p:nvSpPr>
        <p:spPr>
          <a:xfrm>
            <a:off x="504000" y="4058640"/>
            <a:ext cx="292104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50" name="PlaceHolder 6"/>
          <p:cNvSpPr>
            <a:spLocks noGrp="1"/>
          </p:cNvSpPr>
          <p:nvPr>
            <p:ph/>
          </p:nvPr>
        </p:nvSpPr>
        <p:spPr>
          <a:xfrm>
            <a:off x="3571560" y="4058640"/>
            <a:ext cx="292104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51" name="PlaceHolder 7"/>
          <p:cNvSpPr>
            <a:spLocks noGrp="1"/>
          </p:cNvSpPr>
          <p:nvPr>
            <p:ph/>
          </p:nvPr>
        </p:nvSpPr>
        <p:spPr>
          <a:xfrm>
            <a:off x="6639120" y="4058640"/>
            <a:ext cx="292104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84BE02E2-847B-4875-8E4E-A166B5E0C3FD}"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240EA2DD-F4CD-4723-9043-701E6B5728B5}"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8"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69" name="PlaceHolder 2"/>
          <p:cNvSpPr>
            <a:spLocks noGrp="1"/>
          </p:cNvSpPr>
          <p:nvPr>
            <p:ph type="subTitle"/>
          </p:nvPr>
        </p:nvSpPr>
        <p:spPr>
          <a:xfrm>
            <a:off x="504000" y="1768680"/>
            <a:ext cx="9072000" cy="4384080"/>
          </a:xfrm>
          <a:prstGeom prst="rect">
            <a:avLst/>
          </a:prstGeom>
          <a:noFill/>
          <a:ln w="0">
            <a:noFill/>
          </a:ln>
        </p:spPr>
        <p:txBody>
          <a:bodyPr lIns="0" tIns="0" rIns="0" bIns="0" anchor="ctr">
            <a:noAutofit/>
          </a:bodyPr>
          <a:lstStyle/>
          <a:p>
            <a:pPr indent="0" algn="ctr">
              <a:buNone/>
            </a:pPr>
            <a:endParaRPr lang="en-GB"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8FED60ED-9366-470B-91FF-475D74E16416}"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71" name="PlaceHolder 2"/>
          <p:cNvSpPr>
            <a:spLocks noGrp="1"/>
          </p:cNvSpPr>
          <p:nvPr>
            <p:ph/>
          </p:nvPr>
        </p:nvSpPr>
        <p:spPr>
          <a:xfrm>
            <a:off x="504000" y="1768680"/>
            <a:ext cx="9072000" cy="43840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B604F21D-2727-4070-83EC-8C174CBBA235}"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73"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74"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2410A582-19F7-462B-B374-405686D74940}"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99115916-265B-40B7-82CB-33D69060DE58}"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76" name="PlaceHolder 1"/>
          <p:cNvSpPr>
            <a:spLocks noGrp="1"/>
          </p:cNvSpPr>
          <p:nvPr>
            <p:ph type="subTitle"/>
          </p:nvPr>
        </p:nvSpPr>
        <p:spPr>
          <a:xfrm>
            <a:off x="504000" y="301320"/>
            <a:ext cx="9072000" cy="5850360"/>
          </a:xfrm>
          <a:prstGeom prst="rect">
            <a:avLst/>
          </a:prstGeom>
          <a:noFill/>
          <a:ln w="0">
            <a:noFill/>
          </a:ln>
        </p:spPr>
        <p:txBody>
          <a:bodyPr lIns="0" tIns="0" rIns="0" bIns="0" anchor="ctr">
            <a:noAutofit/>
          </a:bodyPr>
          <a:lstStyle/>
          <a:p>
            <a:pPr algn="ctr"/>
            <a:endParaRPr lang="en-GB" sz="3200"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7091DD3F-3F42-4135-AFE6-B13BAE699401}"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78"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79"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80"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C3E9B038-5657-4C63-8352-A76A24D23653}"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82"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83"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84" name="PlaceHolder 4"/>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790E9D0C-AFDA-40D1-9366-5380CADF325F}"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86"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87"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88" name="PlaceHolder 4"/>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D0DE10A4-E5E9-492A-B5B8-D01D35721112}"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90" name="PlaceHolder 2"/>
          <p:cNvSpPr>
            <a:spLocks noGrp="1"/>
          </p:cNvSpPr>
          <p:nvPr>
            <p:ph/>
          </p:nvPr>
        </p:nvSpPr>
        <p:spPr>
          <a:xfrm>
            <a:off x="504000" y="1768680"/>
            <a:ext cx="907200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91" name="PlaceHolder 3"/>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CB5F5E27-EE17-4C15-8B77-DD884D373037}"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93"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94"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95"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96" name="PlaceHolder 5"/>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5DF97E71-6AD5-41D0-BFF2-A7B069385997}" type="slidenum">
              <a:t>‹#›</a:t>
            </a:fld>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endParaRPr lang="en-GB" sz="4400" b="0" strike="noStrike" spc="-1">
              <a:solidFill>
                <a:srgbClr val="000000"/>
              </a:solidFill>
              <a:latin typeface="Arial"/>
            </a:endParaRPr>
          </a:p>
        </p:txBody>
      </p:sp>
      <p:sp>
        <p:nvSpPr>
          <p:cNvPr id="98" name="PlaceHolder 2"/>
          <p:cNvSpPr>
            <a:spLocks noGrp="1"/>
          </p:cNvSpPr>
          <p:nvPr>
            <p:ph/>
          </p:nvPr>
        </p:nvSpPr>
        <p:spPr>
          <a:xfrm>
            <a:off x="504000" y="1768680"/>
            <a:ext cx="292104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99" name="PlaceHolder 3"/>
          <p:cNvSpPr>
            <a:spLocks noGrp="1"/>
          </p:cNvSpPr>
          <p:nvPr>
            <p:ph/>
          </p:nvPr>
        </p:nvSpPr>
        <p:spPr>
          <a:xfrm>
            <a:off x="3571560" y="1768680"/>
            <a:ext cx="292104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100" name="PlaceHolder 4"/>
          <p:cNvSpPr>
            <a:spLocks noGrp="1"/>
          </p:cNvSpPr>
          <p:nvPr>
            <p:ph/>
          </p:nvPr>
        </p:nvSpPr>
        <p:spPr>
          <a:xfrm>
            <a:off x="6639120" y="1768680"/>
            <a:ext cx="292104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101" name="PlaceHolder 5"/>
          <p:cNvSpPr>
            <a:spLocks noGrp="1"/>
          </p:cNvSpPr>
          <p:nvPr>
            <p:ph/>
          </p:nvPr>
        </p:nvSpPr>
        <p:spPr>
          <a:xfrm>
            <a:off x="504000" y="4058640"/>
            <a:ext cx="292104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102" name="PlaceHolder 6"/>
          <p:cNvSpPr>
            <a:spLocks noGrp="1"/>
          </p:cNvSpPr>
          <p:nvPr>
            <p:ph/>
          </p:nvPr>
        </p:nvSpPr>
        <p:spPr>
          <a:xfrm>
            <a:off x="3571560" y="4058640"/>
            <a:ext cx="292104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103" name="PlaceHolder 7"/>
          <p:cNvSpPr>
            <a:spLocks noGrp="1"/>
          </p:cNvSpPr>
          <p:nvPr>
            <p:ph/>
          </p:nvPr>
        </p:nvSpPr>
        <p:spPr>
          <a:xfrm>
            <a:off x="6639120" y="4058640"/>
            <a:ext cx="2921040" cy="2090880"/>
          </a:xfrm>
          <a:prstGeom prst="rect">
            <a:avLst/>
          </a:prstGeom>
          <a:noFill/>
          <a:ln w="0">
            <a:noFill/>
          </a:ln>
        </p:spPr>
        <p:txBody>
          <a:bodyPr lIns="0" tIns="0" rIns="0" bIns="0" anchor="t">
            <a:normAutofit/>
          </a:bodyPr>
          <a:lstStyle/>
          <a:p>
            <a:pPr indent="0">
              <a:spcBef>
                <a:spcPts val="1417"/>
              </a:spcBef>
              <a:buNone/>
            </a:pPr>
            <a:endParaRPr lang="en-GB" sz="3200" b="0" strike="noStrike" spc="-1">
              <a:solidFill>
                <a:srgbClr val="000000"/>
              </a:solidFill>
              <a:latin typeface="Arial"/>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66C066B1-F5BE-4D16-97F2-C2FBD8C72BCF}" type="slidenum">
              <a:t>‹#›</a:t>
            </a:fld>
            <a:endParaRPr/>
          </a:p>
        </p:txBody>
      </p:sp>
      <p:sp>
        <p:nvSpPr>
          <p:cNvPr id="11" name="PlaceHolder 10"/>
          <p:cNvSpPr>
            <a:spLocks noGrp="1"/>
          </p:cNvSpPr>
          <p:nvPr>
            <p:ph type="dt" idx="6"/>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Group 16"/>
          <p:cNvGrpSpPr/>
          <p:nvPr/>
        </p:nvGrpSpPr>
        <p:grpSpPr>
          <a:xfrm>
            <a:off x="-9360" y="-9360"/>
            <a:ext cx="10109880" cy="7578000"/>
            <a:chOff x="-9360" y="-9360"/>
            <a:chExt cx="10109880" cy="7578000"/>
          </a:xfrm>
        </p:grpSpPr>
        <p:sp>
          <p:nvSpPr>
            <p:cNvPr id="17" name="Freeform 6"/>
            <p:cNvSpPr/>
            <p:nvPr/>
          </p:nvSpPr>
          <p:spPr>
            <a:xfrm>
              <a:off x="-9360" y="4424400"/>
              <a:ext cx="504000" cy="3144240"/>
            </a:xfrm>
            <a:custGeom>
              <a:avLst/>
              <a:gdLst>
                <a:gd name="textAreaLeft" fmla="*/ 0 w 504000"/>
                <a:gd name="textAreaRight" fmla="*/ 504720 w 504000"/>
                <a:gd name="textAreaTop" fmla="*/ 0 h 3144240"/>
                <a:gd name="textAreaBottom" fmla="*/ 3144960 h 3144240"/>
              </a:gdLst>
              <a:ahLst/>
              <a:cxnLst/>
              <a:rect l="textAreaLeft" t="textAreaTop" r="textAreaRight" b="textAreaBottom"/>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cxnSp>
          <p:nvCxnSpPr>
            <p:cNvPr id="2" name="Straight Connector 7"/>
            <p:cNvCxnSpPr/>
            <p:nvPr/>
          </p:nvCxnSpPr>
          <p:spPr>
            <a:xfrm flipV="1">
              <a:off x="5655960" y="4601880"/>
              <a:ext cx="4434840" cy="2958480"/>
            </a:xfrm>
            <a:prstGeom prst="straightConnector1">
              <a:avLst/>
            </a:prstGeom>
            <a:ln w="9525" cap="rnd">
              <a:solidFill>
                <a:srgbClr val="5FCBEF">
                  <a:alpha val="70000"/>
                </a:srgbClr>
              </a:solidFill>
              <a:round/>
            </a:ln>
          </p:spPr>
        </p:cxnSp>
        <p:cxnSp>
          <p:nvCxnSpPr>
            <p:cNvPr id="3" name="Straight Connector 8"/>
            <p:cNvCxnSpPr/>
            <p:nvPr/>
          </p:nvCxnSpPr>
          <p:spPr>
            <a:xfrm>
              <a:off x="7764120" y="0"/>
              <a:ext cx="1343880" cy="7560360"/>
            </a:xfrm>
            <a:prstGeom prst="straightConnector1">
              <a:avLst/>
            </a:prstGeom>
            <a:ln w="9525" cap="rnd">
              <a:solidFill>
                <a:srgbClr val="5FCBEF">
                  <a:alpha val="70000"/>
                </a:srgbClr>
              </a:solidFill>
              <a:round/>
            </a:ln>
          </p:spPr>
        </p:cxnSp>
        <p:sp>
          <p:nvSpPr>
            <p:cNvPr id="4" name="Freeform 9"/>
            <p:cNvSpPr/>
            <p:nvPr/>
          </p:nvSpPr>
          <p:spPr>
            <a:xfrm>
              <a:off x="7597800" y="0"/>
              <a:ext cx="2501280" cy="7568640"/>
            </a:xfrm>
            <a:custGeom>
              <a:avLst/>
              <a:gdLst>
                <a:gd name="textAreaLeft" fmla="*/ 0 w 2501280"/>
                <a:gd name="textAreaRight" fmla="*/ 2502000 w 2501280"/>
                <a:gd name="textAreaTop" fmla="*/ 0 h 7568640"/>
                <a:gd name="textAreaBottom" fmla="*/ 7569360 h 7568640"/>
              </a:gdLst>
              <a:ahLst/>
              <a:cxnLst/>
              <a:rect l="textAreaLeft" t="textAreaTop" r="textAreaRight" b="textAreaBottom"/>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5" name="Freeform 10"/>
            <p:cNvSpPr/>
            <p:nvPr/>
          </p:nvSpPr>
          <p:spPr>
            <a:xfrm>
              <a:off x="7942320" y="-9360"/>
              <a:ext cx="2147040" cy="7568640"/>
            </a:xfrm>
            <a:custGeom>
              <a:avLst/>
              <a:gdLst>
                <a:gd name="textAreaLeft" fmla="*/ 0 w 2147040"/>
                <a:gd name="textAreaRight" fmla="*/ 2147760 w 2147040"/>
                <a:gd name="textAreaTop" fmla="*/ 0 h 7568640"/>
                <a:gd name="textAreaBottom" fmla="*/ 7569360 h 7568640"/>
              </a:gdLst>
              <a:ahLst/>
              <a:cxnLst/>
              <a:rect l="textAreaLeft" t="textAreaTop" r="textAreaRight" b="textAreaBottom"/>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6" name="Freeform 11"/>
            <p:cNvSpPr/>
            <p:nvPr/>
          </p:nvSpPr>
          <p:spPr>
            <a:xfrm>
              <a:off x="7318440" y="4321080"/>
              <a:ext cx="2769480" cy="3237840"/>
            </a:xfrm>
            <a:custGeom>
              <a:avLst/>
              <a:gdLst>
                <a:gd name="textAreaLeft" fmla="*/ 0 w 2769480"/>
                <a:gd name="textAreaRight" fmla="*/ 2770200 w 2769480"/>
                <a:gd name="textAreaTop" fmla="*/ 0 h 3237840"/>
                <a:gd name="textAreaBottom" fmla="*/ 3238560 h 3237840"/>
              </a:gdLst>
              <a:ahLst/>
              <a:cxnLst/>
              <a:rect l="textAreaLeft" t="textAreaTop" r="textAreaRight" b="textAreaBottom"/>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7" name="Freeform 12"/>
            <p:cNvSpPr/>
            <p:nvPr/>
          </p:nvSpPr>
          <p:spPr>
            <a:xfrm>
              <a:off x="7728120" y="-9360"/>
              <a:ext cx="2361600" cy="7568640"/>
            </a:xfrm>
            <a:custGeom>
              <a:avLst/>
              <a:gdLst>
                <a:gd name="textAreaLeft" fmla="*/ 0 w 2361600"/>
                <a:gd name="textAreaRight" fmla="*/ 2362320 w 2361600"/>
                <a:gd name="textAreaTop" fmla="*/ 0 h 7568640"/>
                <a:gd name="textAreaBottom" fmla="*/ 7569360 h 7568640"/>
              </a:gdLst>
              <a:ahLst/>
              <a:cxnLst/>
              <a:rect l="textAreaLeft" t="textAreaTop" r="textAreaRight" b="textAreaBottom"/>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8" name="Freeform 13"/>
            <p:cNvSpPr/>
            <p:nvPr/>
          </p:nvSpPr>
          <p:spPr>
            <a:xfrm>
              <a:off x="9145440" y="-9360"/>
              <a:ext cx="943920" cy="7568640"/>
            </a:xfrm>
            <a:custGeom>
              <a:avLst/>
              <a:gdLst>
                <a:gd name="textAreaLeft" fmla="*/ 0 w 943920"/>
                <a:gd name="textAreaRight" fmla="*/ 944640 w 943920"/>
                <a:gd name="textAreaTop" fmla="*/ 0 h 7568640"/>
                <a:gd name="textAreaBottom" fmla="*/ 7569360 h 7568640"/>
              </a:gdLst>
              <a:ahLst/>
              <a:cxnLst/>
              <a:rect l="textAreaLeft" t="textAreaTop" r="textAreaRight" b="textAreaBottom"/>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9" name="Freeform 14"/>
            <p:cNvSpPr/>
            <p:nvPr/>
          </p:nvSpPr>
          <p:spPr>
            <a:xfrm>
              <a:off x="8923320" y="-9360"/>
              <a:ext cx="1175760" cy="7568640"/>
            </a:xfrm>
            <a:custGeom>
              <a:avLst/>
              <a:gdLst>
                <a:gd name="textAreaLeft" fmla="*/ 0 w 1175760"/>
                <a:gd name="textAreaRight" fmla="*/ 1176480 w 1175760"/>
                <a:gd name="textAreaTop" fmla="*/ 0 h 7568640"/>
                <a:gd name="textAreaBottom" fmla="*/ 7569360 h 7568640"/>
              </a:gdLst>
              <a:ahLst/>
              <a:cxnLst/>
              <a:rect l="textAreaLeft" t="textAreaTop" r="textAreaRight" b="textAreaBottom"/>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10" name="Freeform 15"/>
            <p:cNvSpPr/>
            <p:nvPr/>
          </p:nvSpPr>
          <p:spPr>
            <a:xfrm>
              <a:off x="8894880" y="5394240"/>
              <a:ext cx="1205640" cy="2164680"/>
            </a:xfrm>
            <a:custGeom>
              <a:avLst/>
              <a:gdLst>
                <a:gd name="textAreaLeft" fmla="*/ 0 w 1205640"/>
                <a:gd name="textAreaRight" fmla="*/ 1206360 w 1205640"/>
                <a:gd name="textAreaTop" fmla="*/ 0 h 2164680"/>
                <a:gd name="textAreaBottom" fmla="*/ 2165400 h 2164680"/>
              </a:gdLst>
              <a:ahLst/>
              <a:cxnLst/>
              <a:rect l="textAreaLeft" t="textAreaTop" r="textAreaRight" b="textAreaBottom"/>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grpSp>
      <p:sp>
        <p:nvSpPr>
          <p:cNvPr id="11" name="PlaceHolder 1"/>
          <p:cNvSpPr>
            <a:spLocks noGrp="1"/>
          </p:cNvSpPr>
          <p:nvPr>
            <p:ph type="title"/>
          </p:nvPr>
        </p:nvSpPr>
        <p:spPr>
          <a:xfrm>
            <a:off x="671400" y="671400"/>
            <a:ext cx="6996960" cy="1455120"/>
          </a:xfrm>
          <a:prstGeom prst="rect">
            <a:avLst/>
          </a:prstGeom>
          <a:noFill/>
          <a:ln w="0">
            <a:noFill/>
          </a:ln>
        </p:spPr>
        <p:txBody>
          <a:bodyPr lIns="0" tIns="0" rIns="0" bIns="0" numCol="1" spcCol="0" anchor="ctr">
            <a:noAutofit/>
          </a:bodyPr>
          <a:lstStyle/>
          <a:p>
            <a:pPr indent="0">
              <a:buNone/>
            </a:pPr>
            <a:r>
              <a:rPr lang="en-GB" sz="1800" b="0" strike="noStrike" spc="-1">
                <a:solidFill>
                  <a:srgbClr val="000000"/>
                </a:solidFill>
                <a:latin typeface="Arial"/>
              </a:rPr>
              <a:t>Click to edit the title text format</a:t>
            </a:r>
          </a:p>
        </p:txBody>
      </p:sp>
      <p:sp>
        <p:nvSpPr>
          <p:cNvPr id="12" name="PlaceHolder 2"/>
          <p:cNvSpPr>
            <a:spLocks noGrp="1"/>
          </p:cNvSpPr>
          <p:nvPr>
            <p:ph type="ftr" idx="1"/>
          </p:nvPr>
        </p:nvSpPr>
        <p:spPr>
          <a:xfrm>
            <a:off x="671400" y="6659640"/>
            <a:ext cx="5096880" cy="40104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en-GB" sz="1400" b="0" strike="noStrike" spc="-1">
                <a:solidFill>
                  <a:srgbClr val="000000"/>
                </a:solidFill>
                <a:latin typeface="Times New Roman"/>
              </a:defRPr>
            </a:lvl1pPr>
          </a:lstStyle>
          <a:p>
            <a:pPr indent="0" algn="ctr">
              <a:lnSpc>
                <a:spcPct val="100000"/>
              </a:lnSpc>
              <a:buNone/>
              <a:tabLst>
                <a:tab pos="0" algn="l"/>
              </a:tabLst>
            </a:pPr>
            <a:r>
              <a:rPr lang="en-GB" sz="1400" b="0" strike="noStrike" spc="-1">
                <a:solidFill>
                  <a:srgbClr val="000000"/>
                </a:solidFill>
                <a:latin typeface="Times New Roman"/>
              </a:rPr>
              <a:t>&lt;footer&gt;</a:t>
            </a:r>
          </a:p>
        </p:txBody>
      </p:sp>
      <p:sp>
        <p:nvSpPr>
          <p:cNvPr id="13" name="PlaceHolder 3"/>
          <p:cNvSpPr>
            <a:spLocks noGrp="1"/>
          </p:cNvSpPr>
          <p:nvPr>
            <p:ph type="sldNum" idx="2"/>
          </p:nvPr>
        </p:nvSpPr>
        <p:spPr>
          <a:xfrm>
            <a:off x="7104240" y="6659640"/>
            <a:ext cx="564480" cy="40104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989" b="0" strike="noStrike" spc="-1">
                <a:solidFill>
                  <a:schemeClr val="accent1"/>
                </a:solidFill>
                <a:latin typeface="Trebuchet MS"/>
              </a:defRPr>
            </a:lvl1pPr>
          </a:lstStyle>
          <a:p>
            <a:pPr indent="0" algn="r">
              <a:lnSpc>
                <a:spcPct val="100000"/>
              </a:lnSpc>
              <a:buNone/>
              <a:tabLst>
                <a:tab pos="0" algn="l"/>
              </a:tabLst>
            </a:pPr>
            <a:fld id="{9F327010-C2AE-4332-83C6-53FA6B55E943}" type="slidenum">
              <a:rPr lang="en-US" sz="989" b="0" strike="noStrike" spc="-1">
                <a:solidFill>
                  <a:schemeClr val="accent1"/>
                </a:solidFill>
                <a:latin typeface="Trebuchet MS"/>
              </a:rPr>
              <a:t>‹#›</a:t>
            </a:fld>
            <a:endParaRPr lang="en-GB" sz="989" b="0" strike="noStrike" spc="-1">
              <a:solidFill>
                <a:srgbClr val="000000"/>
              </a:solidFill>
              <a:latin typeface="Times New Roman"/>
            </a:endParaRPr>
          </a:p>
        </p:txBody>
      </p:sp>
      <p:sp>
        <p:nvSpPr>
          <p:cNvPr id="14" name="PlaceHolder 4"/>
          <p:cNvSpPr>
            <a:spLocks noGrp="1"/>
          </p:cNvSpPr>
          <p:nvPr>
            <p:ph type="dt" idx="3"/>
          </p:nvPr>
        </p:nvSpPr>
        <p:spPr>
          <a:xfrm>
            <a:off x="5959440" y="6659640"/>
            <a:ext cx="753480" cy="401040"/>
          </a:xfrm>
          <a:prstGeom prst="rect">
            <a:avLst/>
          </a:prstGeom>
          <a:noFill/>
          <a:ln w="0">
            <a:noFill/>
          </a:ln>
        </p:spPr>
        <p:txBody>
          <a:bodyPr lIns="90000" tIns="45000" rIns="90000" bIns="45000" anchor="ctr">
            <a:noAutofit/>
          </a:bodyPr>
          <a:lstStyle>
            <a:lvl1pPr indent="0">
              <a:buNone/>
              <a:defRPr lang="en-GB" sz="1400" b="0" strike="noStrike" spc="-1">
                <a:solidFill>
                  <a:srgbClr val="000000"/>
                </a:solidFill>
                <a:latin typeface="Times New Roman"/>
              </a:defRPr>
            </a:lvl1pPr>
          </a:lstStyle>
          <a:p>
            <a:pPr indent="0">
              <a:buNone/>
            </a:pPr>
            <a:r>
              <a:rPr lang="en-GB" sz="1400" b="0" strike="noStrike" spc="-1">
                <a:solidFill>
                  <a:srgbClr val="000000"/>
                </a:solidFill>
                <a:latin typeface="Times New Roman"/>
              </a:rPr>
              <a:t>&lt;date/time&gt;</a:t>
            </a:r>
          </a:p>
        </p:txBody>
      </p:sp>
      <p:sp>
        <p:nvSpPr>
          <p:cNvPr id="15" name="PlaceHolder 5"/>
          <p:cNvSpPr>
            <a:spLocks noGrp="1"/>
          </p:cNvSpPr>
          <p:nvPr>
            <p:ph type="body"/>
          </p:nvPr>
        </p:nvSpPr>
        <p:spPr>
          <a:xfrm>
            <a:off x="504000" y="1768680"/>
            <a:ext cx="9072000" cy="43840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GB"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GB"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GB"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GB"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GB"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GB"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GB"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2" name="Group 16"/>
          <p:cNvGrpSpPr/>
          <p:nvPr/>
        </p:nvGrpSpPr>
        <p:grpSpPr>
          <a:xfrm>
            <a:off x="-9360" y="-9360"/>
            <a:ext cx="10109880" cy="7578000"/>
            <a:chOff x="-9360" y="-9360"/>
            <a:chExt cx="10109880" cy="7578000"/>
          </a:xfrm>
        </p:grpSpPr>
        <p:sp>
          <p:nvSpPr>
            <p:cNvPr id="53" name="Freeform 6"/>
            <p:cNvSpPr/>
            <p:nvPr/>
          </p:nvSpPr>
          <p:spPr>
            <a:xfrm>
              <a:off x="-9360" y="4424400"/>
              <a:ext cx="504000" cy="3144240"/>
            </a:xfrm>
            <a:custGeom>
              <a:avLst/>
              <a:gdLst>
                <a:gd name="textAreaLeft" fmla="*/ 0 w 504000"/>
                <a:gd name="textAreaRight" fmla="*/ 504720 w 504000"/>
                <a:gd name="textAreaTop" fmla="*/ 0 h 3144240"/>
                <a:gd name="textAreaBottom" fmla="*/ 3144960 h 3144240"/>
              </a:gdLst>
              <a:ahLst/>
              <a:cxnLst/>
              <a:rect l="textAreaLeft" t="textAreaTop" r="textAreaRight" b="textAreaBottom"/>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cxnSp>
          <p:nvCxnSpPr>
            <p:cNvPr id="54" name="Straight Connector 7"/>
            <p:cNvCxnSpPr/>
            <p:nvPr/>
          </p:nvCxnSpPr>
          <p:spPr>
            <a:xfrm flipV="1">
              <a:off x="5655960" y="4601880"/>
              <a:ext cx="4434840" cy="2958480"/>
            </a:xfrm>
            <a:prstGeom prst="straightConnector1">
              <a:avLst/>
            </a:prstGeom>
            <a:ln w="9525" cap="rnd">
              <a:solidFill>
                <a:srgbClr val="5FCBEF">
                  <a:alpha val="70000"/>
                </a:srgbClr>
              </a:solidFill>
              <a:round/>
            </a:ln>
          </p:spPr>
        </p:cxnSp>
        <p:cxnSp>
          <p:nvCxnSpPr>
            <p:cNvPr id="55" name="Straight Connector 8"/>
            <p:cNvCxnSpPr/>
            <p:nvPr/>
          </p:nvCxnSpPr>
          <p:spPr>
            <a:xfrm>
              <a:off x="7764120" y="0"/>
              <a:ext cx="1343880" cy="7560360"/>
            </a:xfrm>
            <a:prstGeom prst="straightConnector1">
              <a:avLst/>
            </a:prstGeom>
            <a:ln w="9525" cap="rnd">
              <a:solidFill>
                <a:srgbClr val="5FCBEF">
                  <a:alpha val="70000"/>
                </a:srgbClr>
              </a:solidFill>
              <a:round/>
            </a:ln>
          </p:spPr>
        </p:cxnSp>
        <p:sp>
          <p:nvSpPr>
            <p:cNvPr id="56" name="Freeform 9"/>
            <p:cNvSpPr/>
            <p:nvPr/>
          </p:nvSpPr>
          <p:spPr>
            <a:xfrm>
              <a:off x="7597800" y="0"/>
              <a:ext cx="2501280" cy="7568640"/>
            </a:xfrm>
            <a:custGeom>
              <a:avLst/>
              <a:gdLst>
                <a:gd name="textAreaLeft" fmla="*/ 0 w 2501280"/>
                <a:gd name="textAreaRight" fmla="*/ 2502000 w 2501280"/>
                <a:gd name="textAreaTop" fmla="*/ 0 h 7568640"/>
                <a:gd name="textAreaBottom" fmla="*/ 7569360 h 7568640"/>
              </a:gdLst>
              <a:ahLst/>
              <a:cxnLst/>
              <a:rect l="textAreaLeft" t="textAreaTop" r="textAreaRight" b="textAreaBottom"/>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57" name="Freeform 10"/>
            <p:cNvSpPr/>
            <p:nvPr/>
          </p:nvSpPr>
          <p:spPr>
            <a:xfrm>
              <a:off x="7942320" y="-9360"/>
              <a:ext cx="2147040" cy="7568640"/>
            </a:xfrm>
            <a:custGeom>
              <a:avLst/>
              <a:gdLst>
                <a:gd name="textAreaLeft" fmla="*/ 0 w 2147040"/>
                <a:gd name="textAreaRight" fmla="*/ 2147760 w 2147040"/>
                <a:gd name="textAreaTop" fmla="*/ 0 h 7568640"/>
                <a:gd name="textAreaBottom" fmla="*/ 7569360 h 7568640"/>
              </a:gdLst>
              <a:ahLst/>
              <a:cxnLst/>
              <a:rect l="textAreaLeft" t="textAreaTop" r="textAreaRight" b="textAreaBottom"/>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58" name="Freeform 11"/>
            <p:cNvSpPr/>
            <p:nvPr/>
          </p:nvSpPr>
          <p:spPr>
            <a:xfrm>
              <a:off x="7318440" y="4321080"/>
              <a:ext cx="2769480" cy="3237840"/>
            </a:xfrm>
            <a:custGeom>
              <a:avLst/>
              <a:gdLst>
                <a:gd name="textAreaLeft" fmla="*/ 0 w 2769480"/>
                <a:gd name="textAreaRight" fmla="*/ 2770200 w 2769480"/>
                <a:gd name="textAreaTop" fmla="*/ 0 h 3237840"/>
                <a:gd name="textAreaBottom" fmla="*/ 3238560 h 3237840"/>
              </a:gdLst>
              <a:ahLst/>
              <a:cxnLst/>
              <a:rect l="textAreaLeft" t="textAreaTop" r="textAreaRight" b="textAreaBottom"/>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59" name="Freeform 12"/>
            <p:cNvSpPr/>
            <p:nvPr/>
          </p:nvSpPr>
          <p:spPr>
            <a:xfrm>
              <a:off x="7728120" y="-9360"/>
              <a:ext cx="2361600" cy="7568640"/>
            </a:xfrm>
            <a:custGeom>
              <a:avLst/>
              <a:gdLst>
                <a:gd name="textAreaLeft" fmla="*/ 0 w 2361600"/>
                <a:gd name="textAreaRight" fmla="*/ 2362320 w 2361600"/>
                <a:gd name="textAreaTop" fmla="*/ 0 h 7568640"/>
                <a:gd name="textAreaBottom" fmla="*/ 7569360 h 7568640"/>
              </a:gdLst>
              <a:ahLst/>
              <a:cxnLst/>
              <a:rect l="textAreaLeft" t="textAreaTop" r="textAreaRight" b="textAreaBottom"/>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60" name="Freeform 13"/>
            <p:cNvSpPr/>
            <p:nvPr/>
          </p:nvSpPr>
          <p:spPr>
            <a:xfrm>
              <a:off x="9145440" y="-9360"/>
              <a:ext cx="943920" cy="7568640"/>
            </a:xfrm>
            <a:custGeom>
              <a:avLst/>
              <a:gdLst>
                <a:gd name="textAreaLeft" fmla="*/ 0 w 943920"/>
                <a:gd name="textAreaRight" fmla="*/ 944640 w 943920"/>
                <a:gd name="textAreaTop" fmla="*/ 0 h 7568640"/>
                <a:gd name="textAreaBottom" fmla="*/ 7569360 h 7568640"/>
              </a:gdLst>
              <a:ahLst/>
              <a:cxnLst/>
              <a:rect l="textAreaLeft" t="textAreaTop" r="textAreaRight" b="textAreaBottom"/>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61" name="Freeform 14"/>
            <p:cNvSpPr/>
            <p:nvPr/>
          </p:nvSpPr>
          <p:spPr>
            <a:xfrm>
              <a:off x="8923320" y="-9360"/>
              <a:ext cx="1175760" cy="7568640"/>
            </a:xfrm>
            <a:custGeom>
              <a:avLst/>
              <a:gdLst>
                <a:gd name="textAreaLeft" fmla="*/ 0 w 1175760"/>
                <a:gd name="textAreaRight" fmla="*/ 1176480 w 1175760"/>
                <a:gd name="textAreaTop" fmla="*/ 0 h 7568640"/>
                <a:gd name="textAreaBottom" fmla="*/ 7569360 h 7568640"/>
              </a:gdLst>
              <a:ahLst/>
              <a:cxnLst/>
              <a:rect l="textAreaLeft" t="textAreaTop" r="textAreaRight" b="textAreaBottom"/>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62" name="Freeform 15"/>
            <p:cNvSpPr/>
            <p:nvPr/>
          </p:nvSpPr>
          <p:spPr>
            <a:xfrm>
              <a:off x="8894880" y="5394240"/>
              <a:ext cx="1205640" cy="2164680"/>
            </a:xfrm>
            <a:custGeom>
              <a:avLst/>
              <a:gdLst>
                <a:gd name="textAreaLeft" fmla="*/ 0 w 1205640"/>
                <a:gd name="textAreaRight" fmla="*/ 1206360 w 1205640"/>
                <a:gd name="textAreaTop" fmla="*/ 0 h 2164680"/>
                <a:gd name="textAreaBottom" fmla="*/ 2165400 h 2164680"/>
              </a:gdLst>
              <a:ahLst/>
              <a:cxnLst/>
              <a:rect l="textAreaLeft" t="textAreaTop" r="textAreaRight" b="textAreaBottom"/>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grpSp>
      <p:sp>
        <p:nvSpPr>
          <p:cNvPr id="63" name="PlaceHolder 1"/>
          <p:cNvSpPr>
            <a:spLocks noGrp="1"/>
          </p:cNvSpPr>
          <p:nvPr>
            <p:ph type="ftr" idx="4"/>
          </p:nvPr>
        </p:nvSpPr>
        <p:spPr>
          <a:xfrm>
            <a:off x="671400" y="6659640"/>
            <a:ext cx="5096880" cy="40104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en-GB" sz="1400" b="0" strike="noStrike" spc="-1">
                <a:solidFill>
                  <a:srgbClr val="000000"/>
                </a:solidFill>
                <a:latin typeface="Times New Roman"/>
              </a:defRPr>
            </a:lvl1pPr>
          </a:lstStyle>
          <a:p>
            <a:pPr indent="0" algn="ctr">
              <a:lnSpc>
                <a:spcPct val="100000"/>
              </a:lnSpc>
              <a:buNone/>
              <a:tabLst>
                <a:tab pos="0" algn="l"/>
              </a:tabLst>
            </a:pPr>
            <a:r>
              <a:rPr lang="en-GB" sz="1400" b="0" strike="noStrike" spc="-1">
                <a:solidFill>
                  <a:srgbClr val="000000"/>
                </a:solidFill>
                <a:latin typeface="Times New Roman"/>
              </a:rPr>
              <a:t>&lt;footer&gt;</a:t>
            </a:r>
          </a:p>
        </p:txBody>
      </p:sp>
      <p:sp>
        <p:nvSpPr>
          <p:cNvPr id="64" name="PlaceHolder 2"/>
          <p:cNvSpPr>
            <a:spLocks noGrp="1"/>
          </p:cNvSpPr>
          <p:nvPr>
            <p:ph type="sldNum" idx="5"/>
          </p:nvPr>
        </p:nvSpPr>
        <p:spPr>
          <a:xfrm>
            <a:off x="7104240" y="6659640"/>
            <a:ext cx="564480" cy="40104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989" b="0" strike="noStrike" spc="-1">
                <a:solidFill>
                  <a:schemeClr val="accent1"/>
                </a:solidFill>
                <a:latin typeface="Trebuchet MS"/>
              </a:defRPr>
            </a:lvl1pPr>
          </a:lstStyle>
          <a:p>
            <a:pPr indent="0" algn="r">
              <a:lnSpc>
                <a:spcPct val="100000"/>
              </a:lnSpc>
              <a:buNone/>
              <a:tabLst>
                <a:tab pos="0" algn="l"/>
              </a:tabLst>
            </a:pPr>
            <a:fld id="{F601BA04-BF80-4429-8020-7707D5E8F57D}" type="slidenum">
              <a:rPr lang="en-US" sz="989" b="0" strike="noStrike" spc="-1">
                <a:solidFill>
                  <a:schemeClr val="accent1"/>
                </a:solidFill>
                <a:latin typeface="Trebuchet MS"/>
              </a:rPr>
              <a:t>‹#›</a:t>
            </a:fld>
            <a:endParaRPr lang="en-GB" sz="989" b="0" strike="noStrike" spc="-1">
              <a:solidFill>
                <a:srgbClr val="000000"/>
              </a:solidFill>
              <a:latin typeface="Times New Roman"/>
            </a:endParaRPr>
          </a:p>
        </p:txBody>
      </p:sp>
      <p:sp>
        <p:nvSpPr>
          <p:cNvPr id="65" name="PlaceHolder 3"/>
          <p:cNvSpPr>
            <a:spLocks noGrp="1"/>
          </p:cNvSpPr>
          <p:nvPr>
            <p:ph type="dt" idx="6"/>
          </p:nvPr>
        </p:nvSpPr>
        <p:spPr>
          <a:xfrm>
            <a:off x="5959440" y="6659640"/>
            <a:ext cx="753480" cy="401040"/>
          </a:xfrm>
          <a:prstGeom prst="rect">
            <a:avLst/>
          </a:prstGeom>
          <a:noFill/>
          <a:ln w="0">
            <a:noFill/>
          </a:ln>
        </p:spPr>
        <p:txBody>
          <a:bodyPr lIns="90000" tIns="45000" rIns="90000" bIns="45000" anchor="ctr">
            <a:noAutofit/>
          </a:bodyPr>
          <a:lstStyle>
            <a:lvl1pPr indent="0">
              <a:buNone/>
              <a:defRPr lang="en-GB" sz="1400" b="0" strike="noStrike" spc="-1">
                <a:solidFill>
                  <a:srgbClr val="000000"/>
                </a:solidFill>
                <a:latin typeface="Times New Roman"/>
              </a:defRPr>
            </a:lvl1pPr>
          </a:lstStyle>
          <a:p>
            <a:pPr indent="0">
              <a:buNone/>
            </a:pPr>
            <a:r>
              <a:rPr lang="en-GB" sz="1400" b="0" strike="noStrike" spc="-1">
                <a:solidFill>
                  <a:srgbClr val="000000"/>
                </a:solidFill>
                <a:latin typeface="Times New Roman"/>
              </a:rPr>
              <a:t>&lt;date/time&gt;</a:t>
            </a:r>
          </a:p>
        </p:txBody>
      </p:sp>
      <p:sp>
        <p:nvSpPr>
          <p:cNvPr id="66" name="PlaceHolder 4"/>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lgn="ctr">
              <a:buNone/>
            </a:pPr>
            <a:r>
              <a:rPr lang="en-GB" sz="4400" b="0" strike="noStrike" spc="-1">
                <a:solidFill>
                  <a:srgbClr val="000000"/>
                </a:solidFill>
                <a:latin typeface="Arial"/>
              </a:rPr>
              <a:t>Click to edit the title text format</a:t>
            </a:r>
          </a:p>
        </p:txBody>
      </p:sp>
      <p:sp>
        <p:nvSpPr>
          <p:cNvPr id="67" name="PlaceHolder 5"/>
          <p:cNvSpPr>
            <a:spLocks noGrp="1"/>
          </p:cNvSpPr>
          <p:nvPr>
            <p:ph type="body"/>
          </p:nvPr>
        </p:nvSpPr>
        <p:spPr>
          <a:xfrm>
            <a:off x="504000" y="1768680"/>
            <a:ext cx="9072000" cy="43840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GB"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GB"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GB"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GB"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GB"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GB"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GB"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
          <p:cNvSpPr/>
          <p:nvPr/>
        </p:nvSpPr>
        <p:spPr>
          <a:xfrm>
            <a:off x="504720" y="1332000"/>
            <a:ext cx="8856000" cy="4823640"/>
          </a:xfrm>
          <a:prstGeom prst="rect">
            <a:avLst/>
          </a:prstGeom>
          <a:noFill/>
          <a:ln w="0">
            <a:noFill/>
          </a:ln>
        </p:spPr>
        <p:style>
          <a:lnRef idx="0">
            <a:scrgbClr r="0" g="0" b="0"/>
          </a:lnRef>
          <a:fillRef idx="0">
            <a:scrgbClr r="0" g="0" b="0"/>
          </a:fillRef>
          <a:effectRef idx="0">
            <a:scrgbClr r="0" g="0" b="0"/>
          </a:effectRef>
          <a:fontRef idx="minor"/>
        </p:style>
        <p:txBody>
          <a:bodyPr lIns="0" tIns="31680" rIns="0" bIns="0" anchor="ctr">
            <a:noAutofit/>
          </a:bodyPr>
          <a:lstStyle/>
          <a:p>
            <a:pPr algn="ctr">
              <a:lnSpc>
                <a:spcPct val="93000"/>
              </a:lnSpc>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n-GB" sz="1800" b="0" strike="noStrike" spc="-1">
              <a:solidFill>
                <a:srgbClr val="000000"/>
              </a:solidFill>
              <a:latin typeface="Arial"/>
              <a:ea typeface="DejaVu Sans"/>
            </a:endParaRPr>
          </a:p>
        </p:txBody>
      </p:sp>
      <p:sp>
        <p:nvSpPr>
          <p:cNvPr id="111" name="Rectangle 2"/>
          <p:cNvSpPr/>
          <p:nvPr/>
        </p:nvSpPr>
        <p:spPr>
          <a:xfrm>
            <a:off x="504720" y="1236600"/>
            <a:ext cx="9322560" cy="5577840"/>
          </a:xfrm>
          <a:prstGeom prst="rect">
            <a:avLst/>
          </a:prstGeom>
          <a:noFill/>
          <a:ln w="0">
            <a:noFill/>
          </a:ln>
        </p:spPr>
        <p:style>
          <a:lnRef idx="0">
            <a:scrgbClr r="0" g="0" b="0"/>
          </a:lnRef>
          <a:fillRef idx="0">
            <a:scrgbClr r="0" g="0" b="0"/>
          </a:fillRef>
          <a:effectRef idx="0">
            <a:scrgbClr r="0" g="0" b="0"/>
          </a:effectRef>
          <a:fontRef idx="minor"/>
        </p:style>
        <p:txBody>
          <a:bodyPr lIns="0" tIns="21240" rIns="0" bIns="0" anchor="t">
            <a:noAutofit/>
          </a:bodyPr>
          <a:lstStyle/>
          <a:p>
            <a:pPr marL="108000" algn="just">
              <a:lnSpc>
                <a:spcPct val="150000"/>
              </a:lnSpc>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n-IN" sz="2400" b="0" strike="noStrike" spc="-1">
              <a:solidFill>
                <a:srgbClr val="000000"/>
              </a:solidFill>
              <a:latin typeface="Times New Roman"/>
              <a:ea typeface="DejaVu Sans"/>
            </a:endParaRPr>
          </a:p>
        </p:txBody>
      </p:sp>
      <p:sp>
        <p:nvSpPr>
          <p:cNvPr id="112" name="PlaceHolder 1"/>
          <p:cNvSpPr>
            <a:spLocks noGrp="1"/>
          </p:cNvSpPr>
          <p:nvPr>
            <p:ph type="title"/>
          </p:nvPr>
        </p:nvSpPr>
        <p:spPr>
          <a:xfrm>
            <a:off x="900000" y="2700000"/>
            <a:ext cx="7428240" cy="1455120"/>
          </a:xfrm>
          <a:prstGeom prst="rect">
            <a:avLst/>
          </a:prstGeom>
          <a:noFill/>
          <a:ln w="0">
            <a:noFill/>
          </a:ln>
        </p:spPr>
        <p:txBody>
          <a:bodyPr lIns="0" tIns="0" rIns="0" bIns="0" numCol="1" spcCol="0" anchor="ctr">
            <a:noAutofit/>
          </a:bodyPr>
          <a:lstStyle/>
          <a:p>
            <a:pPr indent="0" algn="ctr">
              <a:lnSpc>
                <a:spcPct val="93000"/>
              </a:lnSpc>
              <a:buNone/>
              <a:tabLst>
                <a:tab pos="0" algn="l"/>
              </a:tabLst>
            </a:pPr>
            <a:r>
              <a:rPr lang="en-IN" sz="3600" b="1" strike="noStrike" spc="-1" dirty="0">
                <a:solidFill>
                  <a:srgbClr val="000000"/>
                </a:solidFill>
                <a:latin typeface="Times New Roman"/>
              </a:rPr>
              <a:t>AI-DRIVEN TASK MANAGER APP</a:t>
            </a:r>
            <a:endParaRPr lang="en-GB" sz="3600" b="0" strike="noStrike" spc="-1" dirty="0">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 name="Rectangle 1"/>
          <p:cNvSpPr/>
          <p:nvPr/>
        </p:nvSpPr>
        <p:spPr>
          <a:xfrm>
            <a:off x="1079640" y="301680"/>
            <a:ext cx="8493840" cy="1261440"/>
          </a:xfrm>
          <a:prstGeom prst="rect">
            <a:avLst/>
          </a:prstGeom>
          <a:noFill/>
          <a:ln w="0">
            <a:noFill/>
          </a:ln>
        </p:spPr>
        <p:style>
          <a:lnRef idx="0">
            <a:scrgbClr r="0" g="0" b="0"/>
          </a:lnRef>
          <a:fillRef idx="0">
            <a:scrgbClr r="0" g="0" b="0"/>
          </a:fillRef>
          <a:effectRef idx="0">
            <a:scrgbClr r="0" g="0" b="0"/>
          </a:effectRef>
          <a:fontRef idx="minor"/>
        </p:style>
        <p:txBody>
          <a:bodyPr lIns="0" tIns="31680" rIns="0" bIns="0" anchor="ctr">
            <a:noAutofit/>
          </a:bodyPr>
          <a:lstStyle/>
          <a:p>
            <a:pPr>
              <a:lnSpc>
                <a:spcPct val="93000"/>
              </a:lnSpc>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en-IN" sz="2800" b="1" strike="noStrike" spc="-1">
                <a:solidFill>
                  <a:srgbClr val="000000"/>
                </a:solidFill>
                <a:latin typeface="Times New Roman"/>
                <a:ea typeface="DejaVu Sans"/>
              </a:rPr>
              <a:t>Introduction</a:t>
            </a:r>
            <a:endParaRPr lang="en-GB" sz="2800" b="0" strike="noStrike" spc="-1">
              <a:solidFill>
                <a:srgbClr val="000000"/>
              </a:solidFill>
              <a:latin typeface="Arial"/>
            </a:endParaRPr>
          </a:p>
        </p:txBody>
      </p:sp>
      <p:sp>
        <p:nvSpPr>
          <p:cNvPr id="114" name="Content Placeholder 2"/>
          <p:cNvSpPr/>
          <p:nvPr/>
        </p:nvSpPr>
        <p:spPr>
          <a:xfrm>
            <a:off x="719280" y="1403280"/>
            <a:ext cx="7633440" cy="525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nSpc>
                <a:spcPct val="100000"/>
              </a:lnSpc>
              <a:spcBef>
                <a:spcPts val="360"/>
              </a:spcBef>
            </a:pPr>
            <a:endParaRPr lang="en-GB" sz="1800" b="0" strike="noStrike" spc="-1" dirty="0">
              <a:solidFill>
                <a:srgbClr val="000000"/>
              </a:solidFill>
              <a:latin typeface="Arial"/>
            </a:endParaRPr>
          </a:p>
          <a:p>
            <a:pPr marL="343080" indent="-343080">
              <a:lnSpc>
                <a:spcPct val="100000"/>
              </a:lnSpc>
              <a:spcBef>
                <a:spcPts val="360"/>
              </a:spcBef>
              <a:buClr>
                <a:srgbClr val="000000"/>
              </a:buClr>
              <a:buFont typeface="Arial"/>
              <a:buChar char="•"/>
              <a:tabLst>
                <a:tab pos="0" algn="l"/>
              </a:tabLst>
            </a:pPr>
            <a:r>
              <a:rPr lang="en-US" sz="1800" b="0" strike="noStrike" spc="-1" dirty="0">
                <a:solidFill>
                  <a:srgbClr val="000000"/>
                </a:solidFill>
                <a:latin typeface="Times New Roman"/>
                <a:ea typeface="DejaVu Sans"/>
              </a:rPr>
              <a:t>Efficiency in task management has become extremely necessary in today's fast-paced world. </a:t>
            </a:r>
            <a:r>
              <a:rPr lang="en-US" sz="1800" b="1" strike="noStrike" spc="-1" dirty="0">
                <a:solidFill>
                  <a:srgbClr val="000000"/>
                </a:solidFill>
                <a:latin typeface="Times New Roman"/>
                <a:ea typeface="DejaVu Sans"/>
              </a:rPr>
              <a:t>AI-powered task management app</a:t>
            </a:r>
            <a:r>
              <a:rPr lang="en-US" sz="1800" b="0" strike="noStrike" spc="-1" dirty="0">
                <a:solidFill>
                  <a:srgbClr val="000000"/>
                </a:solidFill>
                <a:latin typeface="Times New Roman"/>
                <a:ea typeface="DejaVu Sans"/>
              </a:rPr>
              <a:t> come into the picture: utilizing artificial intelligence, this app helps user in keeping tabs on their tasks and optimize productivity through intelligent recommendations, personalized scheduling, and predictive analytics.</a:t>
            </a:r>
            <a:endParaRPr lang="en-GB" sz="1800" b="0" strike="noStrike" spc="-1" dirty="0">
              <a:solidFill>
                <a:srgbClr val="000000"/>
              </a:solidFill>
              <a:latin typeface="Arial"/>
            </a:endParaRPr>
          </a:p>
          <a:p>
            <a:pPr>
              <a:lnSpc>
                <a:spcPct val="100000"/>
              </a:lnSpc>
              <a:spcBef>
                <a:spcPts val="360"/>
              </a:spcBef>
              <a:tabLst>
                <a:tab pos="0" algn="l"/>
              </a:tabLst>
            </a:pPr>
            <a:endParaRPr lang="en-GB" sz="1800" b="0" strike="noStrike" spc="-1" dirty="0">
              <a:solidFill>
                <a:srgbClr val="000000"/>
              </a:solidFill>
              <a:latin typeface="Arial"/>
            </a:endParaRPr>
          </a:p>
          <a:p>
            <a:pPr>
              <a:lnSpc>
                <a:spcPct val="100000"/>
              </a:lnSpc>
              <a:spcBef>
                <a:spcPts val="360"/>
              </a:spcBef>
              <a:tabLst>
                <a:tab pos="0" algn="l"/>
              </a:tabLst>
            </a:pPr>
            <a:endParaRPr lang="en-GB" sz="1800" b="0" strike="noStrike" spc="-1" dirty="0">
              <a:solidFill>
                <a:srgbClr val="000000"/>
              </a:solidFill>
              <a:latin typeface="Arial"/>
            </a:endParaRPr>
          </a:p>
          <a:p>
            <a:pPr marL="343080" indent="-343080">
              <a:lnSpc>
                <a:spcPct val="100000"/>
              </a:lnSpc>
              <a:spcBef>
                <a:spcPts val="360"/>
              </a:spcBef>
              <a:buClr>
                <a:srgbClr val="000000"/>
              </a:buClr>
              <a:buFont typeface="Arial"/>
              <a:buChar char="•"/>
              <a:tabLst>
                <a:tab pos="0" algn="l"/>
              </a:tabLst>
            </a:pPr>
            <a:r>
              <a:rPr lang="en-US" sz="1800" b="0" strike="noStrike" spc="-1" dirty="0">
                <a:solidFill>
                  <a:srgbClr val="000000"/>
                </a:solidFill>
                <a:latin typeface="Times New Roman"/>
                <a:ea typeface="DejaVu Sans"/>
              </a:rPr>
              <a:t>This technology enables users to focus on what truly matters, reducing the cognitive load and increasing overall efficiency. Prioritize tasks based on urgency and importance.</a:t>
            </a:r>
            <a:endParaRPr lang="en-GB" sz="1800" b="0" strike="noStrike" spc="-1" dirty="0">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632160" y="360000"/>
            <a:ext cx="6996960" cy="575640"/>
          </a:xfrm>
          <a:prstGeom prst="rect">
            <a:avLst/>
          </a:prstGeom>
          <a:noFill/>
          <a:ln w="0">
            <a:noFill/>
          </a:ln>
        </p:spPr>
        <p:txBody>
          <a:bodyPr lIns="90000" tIns="45000" rIns="90000" bIns="45000" numCol="1" spcCol="0" anchor="t">
            <a:noAutofit/>
          </a:bodyPr>
          <a:lstStyle/>
          <a:p>
            <a:pPr indent="0">
              <a:lnSpc>
                <a:spcPct val="100000"/>
              </a:lnSpc>
              <a:buNone/>
              <a:tabLst>
                <a:tab pos="0" algn="l"/>
              </a:tabLst>
            </a:pPr>
            <a:r>
              <a:rPr lang="en-IN" sz="2400" b="1" strike="noStrike" spc="-1">
                <a:solidFill>
                  <a:srgbClr val="000000"/>
                </a:solidFill>
                <a:latin typeface="Times New Roman"/>
              </a:rPr>
              <a:t>FEATURES</a:t>
            </a:r>
            <a:r>
              <a:rPr lang="en-IN" sz="2400" b="0" strike="noStrike" spc="-1">
                <a:solidFill>
                  <a:schemeClr val="accent1"/>
                </a:solidFill>
                <a:latin typeface="Times New Roman"/>
              </a:rPr>
              <a:t> </a:t>
            </a:r>
            <a:endParaRPr lang="en-GB" sz="2400" b="0" strike="noStrike" spc="-1">
              <a:solidFill>
                <a:srgbClr val="000000"/>
              </a:solidFill>
              <a:latin typeface="Arial"/>
            </a:endParaRPr>
          </a:p>
        </p:txBody>
      </p:sp>
      <p:sp>
        <p:nvSpPr>
          <p:cNvPr id="116" name="PlaceHolder 2"/>
          <p:cNvSpPr>
            <a:spLocks noGrp="1"/>
          </p:cNvSpPr>
          <p:nvPr>
            <p:ph/>
          </p:nvPr>
        </p:nvSpPr>
        <p:spPr>
          <a:xfrm>
            <a:off x="540000" y="900000"/>
            <a:ext cx="8639640" cy="5651280"/>
          </a:xfrm>
          <a:prstGeom prst="rect">
            <a:avLst/>
          </a:prstGeom>
          <a:noFill/>
          <a:ln w="0">
            <a:noFill/>
          </a:ln>
        </p:spPr>
        <p:txBody>
          <a:bodyPr lIns="90000" tIns="45000" rIns="90000" bIns="45000" numCol="1" spcCol="0" anchor="t">
            <a:noAutofit/>
          </a:bodyPr>
          <a:lstStyle/>
          <a:p>
            <a:pPr marL="378000" indent="0">
              <a:lnSpc>
                <a:spcPct val="100000"/>
              </a:lnSpc>
              <a:spcBef>
                <a:spcPts val="1100"/>
              </a:spcBef>
              <a:buNone/>
              <a:tabLst>
                <a:tab pos="0" algn="l"/>
              </a:tabLst>
            </a:pPr>
            <a:endParaRPr lang="en-GB" sz="1700" b="0" strike="noStrike" spc="-1" dirty="0">
              <a:solidFill>
                <a:srgbClr val="000000"/>
              </a:solidFill>
              <a:latin typeface="Arial"/>
            </a:endParaRPr>
          </a:p>
          <a:p>
            <a:pPr marL="378000" indent="-378000">
              <a:lnSpc>
                <a:spcPct val="100000"/>
              </a:lnSpc>
              <a:spcBef>
                <a:spcPts val="1100"/>
              </a:spcBef>
              <a:buClr>
                <a:srgbClr val="000000"/>
              </a:buClr>
              <a:buSzPct val="80000"/>
              <a:buFont typeface="Wingdings 3" charset="2"/>
              <a:buChar char=""/>
              <a:tabLst>
                <a:tab pos="0" algn="l"/>
              </a:tabLst>
            </a:pPr>
            <a:r>
              <a:rPr lang="en-US" sz="1700" b="0" strike="noStrike" spc="-1" dirty="0">
                <a:solidFill>
                  <a:srgbClr val="000000"/>
                </a:solidFill>
                <a:latin typeface="Trebuchet MS"/>
              </a:rPr>
              <a:t>The </a:t>
            </a:r>
            <a:r>
              <a:rPr lang="en-US" sz="1700" b="1" strike="noStrike" spc="-1" dirty="0">
                <a:solidFill>
                  <a:srgbClr val="000000"/>
                </a:solidFill>
                <a:latin typeface="Trebuchet MS"/>
              </a:rPr>
              <a:t>to-do checklist </a:t>
            </a:r>
            <a:r>
              <a:rPr lang="en-US" sz="1700" b="0" strike="noStrike" spc="-1" dirty="0">
                <a:solidFill>
                  <a:srgbClr val="000000"/>
                </a:solidFill>
                <a:latin typeface="Trebuchet MS"/>
              </a:rPr>
              <a:t>will help schedule and organize tasks and will ensure when the task was postponed or completed in advance.</a:t>
            </a:r>
            <a:endParaRPr lang="en-GB" sz="1700" b="0" strike="noStrike" spc="-1" dirty="0">
              <a:solidFill>
                <a:srgbClr val="000000"/>
              </a:solidFill>
              <a:latin typeface="Arial"/>
            </a:endParaRPr>
          </a:p>
          <a:p>
            <a:pPr marL="378000" indent="-378000">
              <a:lnSpc>
                <a:spcPct val="100000"/>
              </a:lnSpc>
              <a:spcBef>
                <a:spcPts val="1100"/>
              </a:spcBef>
              <a:buClr>
                <a:srgbClr val="000000"/>
              </a:buClr>
              <a:buSzPct val="80000"/>
              <a:buFont typeface="Wingdings 3" charset="2"/>
              <a:buChar char=""/>
              <a:tabLst>
                <a:tab pos="0" algn="l"/>
              </a:tabLst>
            </a:pPr>
            <a:r>
              <a:rPr lang="en-US" sz="1700" b="0" strike="noStrike" spc="-1" dirty="0">
                <a:solidFill>
                  <a:srgbClr val="000000"/>
                </a:solidFill>
                <a:latin typeface="Trebuchet MS"/>
              </a:rPr>
              <a:t>The </a:t>
            </a:r>
            <a:r>
              <a:rPr lang="en-US" sz="1700" b="1" strike="noStrike" spc="-1" dirty="0">
                <a:solidFill>
                  <a:srgbClr val="000000"/>
                </a:solidFill>
                <a:latin typeface="Trebuchet MS"/>
              </a:rPr>
              <a:t>Pomodoro timer</a:t>
            </a:r>
            <a:r>
              <a:rPr lang="en-US" sz="1700" b="0" strike="noStrike" spc="-1" dirty="0">
                <a:solidFill>
                  <a:srgbClr val="000000"/>
                </a:solidFill>
                <a:latin typeface="Trebuchet MS"/>
              </a:rPr>
              <a:t> will help users break their study sessions into manageable intervals.</a:t>
            </a:r>
            <a:endParaRPr lang="en-GB" sz="1700" b="0" strike="noStrike" spc="-1" dirty="0">
              <a:solidFill>
                <a:srgbClr val="000000"/>
              </a:solidFill>
              <a:latin typeface="Arial"/>
            </a:endParaRPr>
          </a:p>
          <a:p>
            <a:pPr marL="378000" indent="-378000">
              <a:lnSpc>
                <a:spcPct val="100000"/>
              </a:lnSpc>
              <a:spcBef>
                <a:spcPts val="1100"/>
              </a:spcBef>
              <a:buClr>
                <a:srgbClr val="000000"/>
              </a:buClr>
              <a:buSzPct val="80000"/>
              <a:buFont typeface="Wingdings 3" charset="2"/>
              <a:buChar char=""/>
              <a:tabLst>
                <a:tab pos="0" algn="l"/>
              </a:tabLst>
            </a:pPr>
            <a:r>
              <a:rPr lang="en-US" sz="1700" b="1" strike="noStrike" spc="-1" dirty="0">
                <a:solidFill>
                  <a:srgbClr val="000000"/>
                </a:solidFill>
                <a:latin typeface="Trebuchet MS"/>
              </a:rPr>
              <a:t>Progress Tracking:</a:t>
            </a:r>
            <a:r>
              <a:rPr lang="en-US" sz="1700" b="0" strike="noStrike" spc="-1" dirty="0">
                <a:solidFill>
                  <a:srgbClr val="000000"/>
                </a:solidFill>
                <a:latin typeface="Trebuchet MS"/>
              </a:rPr>
              <a:t> The app logs study sessions and provides statistics in the form of graphs</a:t>
            </a:r>
            <a:endParaRPr lang="en-GB" sz="1700" b="0" strike="noStrike" spc="-1" dirty="0">
              <a:solidFill>
                <a:srgbClr val="000000"/>
              </a:solidFill>
              <a:latin typeface="Arial"/>
            </a:endParaRPr>
          </a:p>
          <a:p>
            <a:pPr marL="378000" indent="-378000">
              <a:lnSpc>
                <a:spcPct val="100000"/>
              </a:lnSpc>
              <a:spcBef>
                <a:spcPts val="1100"/>
              </a:spcBef>
              <a:buClr>
                <a:srgbClr val="000000"/>
              </a:buClr>
              <a:buSzPct val="80000"/>
              <a:buFont typeface="Wingdings 3" charset="2"/>
              <a:buChar char=""/>
              <a:tabLst>
                <a:tab pos="0" algn="l"/>
              </a:tabLst>
            </a:pPr>
            <a:r>
              <a:rPr lang="en-US" sz="1700" b="1" strike="noStrike" spc="-1" dirty="0">
                <a:solidFill>
                  <a:srgbClr val="000000"/>
                </a:solidFill>
                <a:latin typeface="Trebuchet MS"/>
              </a:rPr>
              <a:t>Customizable Interface:</a:t>
            </a:r>
            <a:r>
              <a:rPr lang="en-US" sz="1700" b="0" strike="noStrike" spc="-1" dirty="0">
                <a:solidFill>
                  <a:srgbClr val="000000"/>
                </a:solidFill>
                <a:latin typeface="Trebuchet MS"/>
              </a:rPr>
              <a:t> Users can personalize the app's appearance to suit their preferences</a:t>
            </a:r>
            <a:endParaRPr lang="en-GB" sz="1700" b="0" strike="noStrike" spc="-1" dirty="0">
              <a:solidFill>
                <a:srgbClr val="000000"/>
              </a:solidFill>
              <a:latin typeface="Arial"/>
            </a:endParaRPr>
          </a:p>
          <a:p>
            <a:pPr marL="378000" indent="-378000">
              <a:lnSpc>
                <a:spcPct val="100000"/>
              </a:lnSpc>
              <a:spcBef>
                <a:spcPts val="1100"/>
              </a:spcBef>
              <a:buClr>
                <a:srgbClr val="000000"/>
              </a:buClr>
              <a:buSzPct val="80000"/>
              <a:buFont typeface="Wingdings 3" charset="2"/>
              <a:buChar char=""/>
              <a:tabLst>
                <a:tab pos="0" algn="l"/>
              </a:tabLst>
            </a:pPr>
            <a:r>
              <a:rPr lang="en-US" sz="1700" b="1" strike="noStrike" spc="-1" dirty="0">
                <a:solidFill>
                  <a:srgbClr val="000000"/>
                </a:solidFill>
                <a:latin typeface="Trebuchet MS"/>
              </a:rPr>
              <a:t>Calendar view:</a:t>
            </a:r>
            <a:r>
              <a:rPr lang="en-US" sz="1700" b="0" strike="noStrike" spc="-1" dirty="0">
                <a:solidFill>
                  <a:srgbClr val="000000"/>
                </a:solidFill>
                <a:latin typeface="Trebuchet MS"/>
              </a:rPr>
              <a:t> helps view the task in calendar grid </a:t>
            </a:r>
            <a:r>
              <a:rPr lang="en-US" sz="1700" b="0" strike="noStrike" spc="-1" dirty="0" err="1">
                <a:solidFill>
                  <a:srgbClr val="000000"/>
                </a:solidFill>
                <a:latin typeface="Trebuchet MS"/>
              </a:rPr>
              <a:t>fromat</a:t>
            </a:r>
            <a:r>
              <a:rPr lang="en-US" sz="1700" b="0" strike="noStrike" spc="-1" dirty="0">
                <a:solidFill>
                  <a:srgbClr val="000000"/>
                </a:solidFill>
                <a:latin typeface="Trebuchet MS"/>
              </a:rPr>
              <a:t>.</a:t>
            </a:r>
            <a:endParaRPr lang="en-GB" sz="1700" b="0" strike="noStrike" spc="-1" dirty="0">
              <a:solidFill>
                <a:srgbClr val="000000"/>
              </a:solidFill>
              <a:latin typeface="Arial"/>
            </a:endParaRPr>
          </a:p>
          <a:p>
            <a:pPr marL="378000" indent="-378000">
              <a:lnSpc>
                <a:spcPct val="100000"/>
              </a:lnSpc>
              <a:spcBef>
                <a:spcPts val="1100"/>
              </a:spcBef>
              <a:buClr>
                <a:srgbClr val="000000"/>
              </a:buClr>
              <a:buSzPct val="80000"/>
              <a:buFont typeface="Wingdings 3" charset="2"/>
              <a:buChar char=""/>
              <a:tabLst>
                <a:tab pos="0" algn="l"/>
              </a:tabLst>
            </a:pPr>
            <a:r>
              <a:rPr lang="en-US" sz="1700" b="1" strike="noStrike" spc="-1" dirty="0">
                <a:solidFill>
                  <a:srgbClr val="000000"/>
                </a:solidFill>
                <a:latin typeface="Trebuchet MS"/>
              </a:rPr>
              <a:t>{}</a:t>
            </a:r>
            <a:endParaRPr lang="en-GB" sz="1700" b="0" strike="noStrike" spc="-1" dirty="0">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540000" y="900000"/>
            <a:ext cx="6816960" cy="719640"/>
          </a:xfrm>
          <a:prstGeom prst="rect">
            <a:avLst/>
          </a:prstGeom>
          <a:noFill/>
          <a:ln w="0">
            <a:noFill/>
          </a:ln>
        </p:spPr>
        <p:txBody>
          <a:bodyPr lIns="90000" tIns="45000" rIns="90000" bIns="45000" numCol="1" spcCol="0" anchor="t">
            <a:noAutofit/>
          </a:bodyPr>
          <a:lstStyle/>
          <a:p>
            <a:pPr indent="0">
              <a:lnSpc>
                <a:spcPct val="100000"/>
              </a:lnSpc>
              <a:buNone/>
              <a:tabLst>
                <a:tab pos="0" algn="l"/>
              </a:tabLst>
            </a:pPr>
            <a:r>
              <a:rPr lang="en-IN" sz="2400" b="1" strike="noStrike" spc="-1">
                <a:solidFill>
                  <a:srgbClr val="000000"/>
                </a:solidFill>
                <a:latin typeface="Times New Roman"/>
              </a:rPr>
              <a:t>PROBLEM STATEMENT:</a:t>
            </a:r>
            <a:r>
              <a:rPr lang="en-IN" sz="2400" b="0" strike="noStrike" spc="-1">
                <a:solidFill>
                  <a:schemeClr val="accent1"/>
                </a:solidFill>
                <a:latin typeface="Times New Roman"/>
              </a:rPr>
              <a:t> </a:t>
            </a:r>
            <a:endParaRPr lang="en-GB" sz="2400" b="0" strike="noStrike" spc="-1">
              <a:solidFill>
                <a:srgbClr val="000000"/>
              </a:solidFill>
              <a:latin typeface="Arial"/>
            </a:endParaRPr>
          </a:p>
        </p:txBody>
      </p:sp>
      <p:sp>
        <p:nvSpPr>
          <p:cNvPr id="118" name="PlaceHolder 2"/>
          <p:cNvSpPr>
            <a:spLocks noGrp="1"/>
          </p:cNvSpPr>
          <p:nvPr>
            <p:ph type="subTitle"/>
          </p:nvPr>
        </p:nvSpPr>
        <p:spPr>
          <a:xfrm>
            <a:off x="360000" y="1620000"/>
            <a:ext cx="7019640" cy="4457520"/>
          </a:xfrm>
          <a:prstGeom prst="rect">
            <a:avLst/>
          </a:prstGeom>
          <a:noFill/>
          <a:ln w="0">
            <a:noFill/>
          </a:ln>
        </p:spPr>
        <p:txBody>
          <a:bodyPr lIns="0" tIns="0" rIns="0" bIns="0" numCol="1" spcCol="0" anchor="t">
            <a:noAutofit/>
          </a:bodyPr>
          <a:lstStyle/>
          <a:p>
            <a:pPr marL="378000" indent="0">
              <a:lnSpc>
                <a:spcPct val="100000"/>
              </a:lnSpc>
              <a:spcBef>
                <a:spcPts val="1389"/>
              </a:spcBef>
              <a:buNone/>
              <a:tabLst>
                <a:tab pos="0" algn="l"/>
              </a:tabLst>
            </a:pPr>
            <a:endParaRPr lang="en-GB" sz="1700" b="0" strike="noStrike" spc="-1" dirty="0">
              <a:solidFill>
                <a:srgbClr val="000000"/>
              </a:solidFill>
              <a:latin typeface="Arial"/>
            </a:endParaRPr>
          </a:p>
          <a:p>
            <a:pPr marL="378000" indent="0">
              <a:lnSpc>
                <a:spcPct val="100000"/>
              </a:lnSpc>
              <a:spcBef>
                <a:spcPts val="1389"/>
              </a:spcBef>
              <a:spcAft>
                <a:spcPts val="142"/>
              </a:spcAft>
              <a:buNone/>
              <a:tabLst>
                <a:tab pos="0" algn="l"/>
              </a:tabLst>
            </a:pPr>
            <a:r>
              <a:rPr lang="en-US" sz="1700" b="0" strike="noStrike" spc="-1" dirty="0">
                <a:solidFill>
                  <a:srgbClr val="000000"/>
                </a:solidFill>
                <a:latin typeface="Trebuchet MS"/>
              </a:rPr>
              <a:t>      Managing tasks effectively is a challenge for many people. People often struggle to stay organized, meet deadlines, and manage their workload efficiently. Users often find it challenging to maintain focus, organize their workload, and make informed decisions about which tasks to prioritize.</a:t>
            </a:r>
            <a:endParaRPr lang="en-GB" sz="1700" b="0" strike="noStrike" spc="-1" dirty="0">
              <a:solidFill>
                <a:srgbClr val="000000"/>
              </a:solidFill>
              <a:latin typeface="Arial"/>
            </a:endParaRPr>
          </a:p>
          <a:p>
            <a:pPr marL="378000" indent="0">
              <a:lnSpc>
                <a:spcPct val="100000"/>
              </a:lnSpc>
              <a:spcBef>
                <a:spcPts val="1389"/>
              </a:spcBef>
              <a:buNone/>
              <a:tabLst>
                <a:tab pos="0" algn="l"/>
              </a:tabLst>
            </a:pPr>
            <a:r>
              <a:rPr lang="en-US" sz="1700" b="0" strike="noStrike" spc="-1" dirty="0">
                <a:solidFill>
                  <a:srgbClr val="000000"/>
                </a:solidFill>
                <a:latin typeface="Trebuchet MS"/>
              </a:rPr>
              <a:t>      There is a need for a smarter solution that makes task management easier. An AI-driven task manager app could help by automatically adjusting to how users work.</a:t>
            </a:r>
            <a:endParaRPr lang="en-GB" sz="1700" b="0" strike="noStrike" spc="-1" dirty="0">
              <a:solidFill>
                <a:srgbClr val="000000"/>
              </a:solidFill>
              <a:latin typeface="Arial"/>
            </a:endParaRPr>
          </a:p>
          <a:p>
            <a:pPr marL="378000" indent="0">
              <a:lnSpc>
                <a:spcPct val="100000"/>
              </a:lnSpc>
              <a:spcBef>
                <a:spcPts val="1389"/>
              </a:spcBef>
              <a:buNone/>
              <a:tabLst>
                <a:tab pos="0" algn="l"/>
              </a:tabLst>
            </a:pPr>
            <a:endParaRPr lang="en-GB" sz="1900" b="0" strike="noStrike" spc="-1" dirty="0">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 name="Picture 47"/>
          <p:cNvPicPr/>
          <p:nvPr/>
        </p:nvPicPr>
        <p:blipFill>
          <a:blip r:embed="rId2"/>
          <a:srcRect t="27501" b="24631"/>
          <a:stretch/>
        </p:blipFill>
        <p:spPr>
          <a:xfrm>
            <a:off x="6300000" y="3240000"/>
            <a:ext cx="2519640" cy="905040"/>
          </a:xfrm>
          <a:prstGeom prst="rect">
            <a:avLst/>
          </a:prstGeom>
          <a:ln w="0">
            <a:noFill/>
          </a:ln>
        </p:spPr>
      </p:pic>
      <p:sp>
        <p:nvSpPr>
          <p:cNvPr id="120" name="PlaceHolder 1"/>
          <p:cNvSpPr>
            <a:spLocks noGrp="1"/>
          </p:cNvSpPr>
          <p:nvPr>
            <p:ph type="title"/>
          </p:nvPr>
        </p:nvSpPr>
        <p:spPr>
          <a:xfrm>
            <a:off x="563040" y="360000"/>
            <a:ext cx="6996960" cy="1455120"/>
          </a:xfrm>
          <a:prstGeom prst="rect">
            <a:avLst/>
          </a:prstGeom>
          <a:noFill/>
          <a:ln w="0">
            <a:noFill/>
          </a:ln>
        </p:spPr>
        <p:txBody>
          <a:bodyPr lIns="90000" tIns="45000" rIns="90000" bIns="45000" numCol="1" spcCol="0" anchor="t">
            <a:noAutofit/>
          </a:bodyPr>
          <a:lstStyle/>
          <a:p>
            <a:pPr indent="0">
              <a:lnSpc>
                <a:spcPct val="100000"/>
              </a:lnSpc>
              <a:buNone/>
              <a:tabLst>
                <a:tab pos="0" algn="l"/>
              </a:tabLst>
            </a:pPr>
            <a:r>
              <a:rPr lang="en-IN" sz="3970" b="1" strike="noStrike" spc="-1">
                <a:solidFill>
                  <a:srgbClr val="000000"/>
                </a:solidFill>
                <a:latin typeface="Trebuchet MS"/>
              </a:rPr>
              <a:t>BLOCK DIAGRAM</a:t>
            </a:r>
            <a:endParaRPr lang="en-GB" sz="3970" b="0" strike="noStrike" spc="-1">
              <a:solidFill>
                <a:srgbClr val="000000"/>
              </a:solidFill>
              <a:latin typeface="Arial"/>
            </a:endParaRPr>
          </a:p>
        </p:txBody>
      </p:sp>
      <p:pic>
        <p:nvPicPr>
          <p:cNvPr id="121" name="Content Placeholder 41"/>
          <p:cNvPicPr/>
          <p:nvPr/>
        </p:nvPicPr>
        <p:blipFill>
          <a:blip r:embed="rId3"/>
          <a:srcRect l="26290" r="24504"/>
          <a:stretch/>
        </p:blipFill>
        <p:spPr>
          <a:xfrm>
            <a:off x="4140000" y="2409480"/>
            <a:ext cx="1451160" cy="1550160"/>
          </a:xfrm>
          <a:prstGeom prst="rect">
            <a:avLst/>
          </a:prstGeom>
          <a:ln w="0">
            <a:noFill/>
          </a:ln>
        </p:spPr>
      </p:pic>
      <p:sp>
        <p:nvSpPr>
          <p:cNvPr id="122" name="Rectangle 3"/>
          <p:cNvSpPr/>
          <p:nvPr/>
        </p:nvSpPr>
        <p:spPr>
          <a:xfrm>
            <a:off x="433080" y="1549800"/>
            <a:ext cx="1726560" cy="789840"/>
          </a:xfrm>
          <a:prstGeom prst="rect">
            <a:avLst/>
          </a:prstGeom>
          <a:gradFill rotWithShape="0">
            <a:gsLst>
              <a:gs pos="22000">
                <a:srgbClr val="8AC535"/>
              </a:gs>
              <a:gs pos="100000">
                <a:srgbClr val="9CD355"/>
              </a:gs>
            </a:gsLst>
            <a:lin ang="16200000"/>
          </a:gradFill>
          <a:ln cap="rnd">
            <a:solidFill>
              <a:srgbClr val="96D141"/>
            </a:solidFill>
            <a:round/>
          </a:ln>
          <a:effectLst>
            <a:outerShdw blurRad="38160" dist="25560" dir="5400000" rotWithShape="0">
              <a:srgbClr val="000000">
                <a:alpha val="35000"/>
              </a:srgbClr>
            </a:outerShdw>
          </a:effectLst>
        </p:spPr>
        <p:style>
          <a:lnRef idx="1">
            <a:schemeClr val="accent6"/>
          </a:lnRef>
          <a:fillRef idx="3">
            <a:schemeClr val="accent6"/>
          </a:fillRef>
          <a:effectRef idx="2">
            <a:schemeClr val="accent6"/>
          </a:effectRef>
          <a:fontRef idx="minor"/>
        </p:style>
        <p:txBody>
          <a:bodyPr lIns="90000" tIns="45000" rIns="90000" bIns="45000" anchor="ctr">
            <a:noAutofit/>
          </a:bodyPr>
          <a:lstStyle/>
          <a:p>
            <a:pPr algn="ctr">
              <a:lnSpc>
                <a:spcPct val="100000"/>
              </a:lnSpc>
            </a:pPr>
            <a:r>
              <a:rPr lang="en-IN" sz="1800" b="0" strike="noStrike" spc="-1">
                <a:solidFill>
                  <a:schemeClr val="lt1"/>
                </a:solidFill>
                <a:latin typeface="Trebuchet MS"/>
                <a:ea typeface="DejaVu Sans"/>
              </a:rPr>
              <a:t>LOGIN PAGE </a:t>
            </a:r>
            <a:endParaRPr lang="en-GB" sz="1800" b="0" strike="noStrike" spc="-1">
              <a:solidFill>
                <a:srgbClr val="000000"/>
              </a:solidFill>
              <a:latin typeface="Arial"/>
            </a:endParaRPr>
          </a:p>
        </p:txBody>
      </p:sp>
      <p:cxnSp>
        <p:nvCxnSpPr>
          <p:cNvPr id="123" name="Connector: Curved 5"/>
          <p:cNvCxnSpPr>
            <a:stCxn id="122" idx="3"/>
          </p:cNvCxnSpPr>
          <p:nvPr/>
        </p:nvCxnSpPr>
        <p:spPr>
          <a:xfrm>
            <a:off x="2159640" y="1944720"/>
            <a:ext cx="720720" cy="1114920"/>
          </a:xfrm>
          <a:prstGeom prst="curvedConnector3">
            <a:avLst>
              <a:gd name="adj1" fmla="val 48075"/>
            </a:avLst>
          </a:prstGeom>
          <a:ln w="0" cap="rnd">
            <a:solidFill>
              <a:srgbClr val="96D141"/>
            </a:solidFill>
            <a:tailEnd type="triangle" w="med" len="med"/>
          </a:ln>
        </p:spPr>
      </p:cxnSp>
      <p:sp>
        <p:nvSpPr>
          <p:cNvPr id="124" name="Rectangle 6"/>
          <p:cNvSpPr/>
          <p:nvPr/>
        </p:nvSpPr>
        <p:spPr>
          <a:xfrm>
            <a:off x="2016000" y="2880000"/>
            <a:ext cx="1943640" cy="899640"/>
          </a:xfrm>
          <a:prstGeom prst="rect">
            <a:avLst/>
          </a:prstGeom>
          <a:gradFill rotWithShape="0">
            <a:gsLst>
              <a:gs pos="22000">
                <a:srgbClr val="8AC535"/>
              </a:gs>
              <a:gs pos="100000">
                <a:srgbClr val="9CD355"/>
              </a:gs>
            </a:gsLst>
            <a:lin ang="16200000"/>
          </a:gradFill>
          <a:ln w="0">
            <a:noFill/>
          </a:ln>
          <a:effectLst>
            <a:outerShdw blurRad="50760" dist="38160" dir="5400000" rotWithShape="0">
              <a:srgbClr val="000000">
                <a:alpha val="35000"/>
              </a:srgbClr>
            </a:outerShdw>
          </a:effectLst>
        </p:spPr>
        <p:style>
          <a:lnRef idx="0">
            <a:schemeClr val="accent6"/>
          </a:lnRef>
          <a:fillRef idx="3">
            <a:schemeClr val="accent6"/>
          </a:fillRef>
          <a:effectRef idx="3">
            <a:schemeClr val="accent6"/>
          </a:effectRef>
          <a:fontRef idx="minor"/>
        </p:style>
        <p:txBody>
          <a:bodyPr lIns="90000" tIns="45000" rIns="90000" bIns="45000" anchor="ctr">
            <a:noAutofit/>
          </a:bodyPr>
          <a:lstStyle/>
          <a:p>
            <a:pPr algn="ctr">
              <a:lnSpc>
                <a:spcPct val="100000"/>
              </a:lnSpc>
            </a:pPr>
            <a:r>
              <a:rPr lang="en-IN" sz="1800" b="0" strike="noStrike" spc="-1">
                <a:solidFill>
                  <a:schemeClr val="lt1"/>
                </a:solidFill>
                <a:latin typeface="Trebuchet MS"/>
                <a:ea typeface="DejaVu Sans"/>
              </a:rPr>
              <a:t>MAIN PAGE </a:t>
            </a:r>
            <a:endParaRPr lang="en-GB" sz="1800" b="0" strike="noStrike" spc="-1">
              <a:solidFill>
                <a:srgbClr val="000000"/>
              </a:solidFill>
              <a:latin typeface="Arial"/>
            </a:endParaRPr>
          </a:p>
          <a:p>
            <a:pPr algn="ctr">
              <a:lnSpc>
                <a:spcPct val="100000"/>
              </a:lnSpc>
            </a:pPr>
            <a:r>
              <a:rPr lang="en-IN" sz="1800" b="0" strike="noStrike" spc="-1">
                <a:solidFill>
                  <a:schemeClr val="lt1"/>
                </a:solidFill>
                <a:latin typeface="Trebuchet MS"/>
                <a:ea typeface="DejaVu Sans"/>
              </a:rPr>
              <a:t>access to  </a:t>
            </a:r>
            <a:endParaRPr lang="en-GB" sz="1800" b="0" strike="noStrike" spc="-1">
              <a:solidFill>
                <a:srgbClr val="000000"/>
              </a:solidFill>
              <a:latin typeface="Arial"/>
            </a:endParaRPr>
          </a:p>
        </p:txBody>
      </p:sp>
      <p:sp>
        <p:nvSpPr>
          <p:cNvPr id="125" name="Rectangle: Rounded Corners 7"/>
          <p:cNvSpPr/>
          <p:nvPr/>
        </p:nvSpPr>
        <p:spPr>
          <a:xfrm>
            <a:off x="3743640" y="3960000"/>
            <a:ext cx="2916000" cy="2699640"/>
          </a:xfrm>
          <a:prstGeom prst="roundRect">
            <a:avLst>
              <a:gd name="adj" fmla="val 16667"/>
            </a:avLst>
          </a:prstGeom>
          <a:solidFill>
            <a:srgbClr val="96D141"/>
          </a:solidFill>
          <a:ln cap="rnd">
            <a:solidFill>
              <a:srgbClr val="FFFFFF"/>
            </a:solidFill>
            <a:round/>
          </a:ln>
        </p:spPr>
        <p:style>
          <a:lnRef idx="3">
            <a:schemeClr val="lt1"/>
          </a:lnRef>
          <a:fillRef idx="1">
            <a:schemeClr val="accent6"/>
          </a:fillRef>
          <a:effectRef idx="1">
            <a:schemeClr val="accent6"/>
          </a:effectRef>
          <a:fontRef idx="minor"/>
        </p:style>
        <p:txBody>
          <a:bodyPr lIns="90000" tIns="45000" rIns="90000" bIns="45000" anchor="ctr">
            <a:noAutofit/>
          </a:bodyPr>
          <a:lstStyle/>
          <a:p>
            <a:pPr>
              <a:lnSpc>
                <a:spcPct val="100000"/>
              </a:lnSpc>
            </a:pPr>
            <a:r>
              <a:rPr lang="en-IN" sz="1800" b="0" strike="noStrike" spc="-1">
                <a:solidFill>
                  <a:schemeClr val="lt1"/>
                </a:solidFill>
                <a:latin typeface="Trebuchet MS"/>
                <a:ea typeface="DejaVu Sans"/>
              </a:rPr>
              <a:t>-To-do checklist </a:t>
            </a:r>
            <a:endParaRPr lang="en-GB" sz="1800" b="0" strike="noStrike" spc="-1">
              <a:solidFill>
                <a:srgbClr val="000000"/>
              </a:solidFill>
              <a:latin typeface="Arial"/>
            </a:endParaRPr>
          </a:p>
          <a:p>
            <a:pPr>
              <a:lnSpc>
                <a:spcPct val="100000"/>
              </a:lnSpc>
            </a:pPr>
            <a:r>
              <a:rPr lang="en-IN" sz="1800" b="0" strike="noStrike" spc="-1">
                <a:solidFill>
                  <a:schemeClr val="lt1"/>
                </a:solidFill>
                <a:latin typeface="Trebuchet MS"/>
                <a:ea typeface="DejaVu Sans"/>
              </a:rPr>
              <a:t>-Pomodoro timer</a:t>
            </a:r>
            <a:endParaRPr lang="en-GB" sz="1800" b="0" strike="noStrike" spc="-1">
              <a:solidFill>
                <a:srgbClr val="000000"/>
              </a:solidFill>
              <a:latin typeface="Arial"/>
            </a:endParaRPr>
          </a:p>
          <a:p>
            <a:pPr>
              <a:lnSpc>
                <a:spcPct val="100000"/>
              </a:lnSpc>
            </a:pPr>
            <a:r>
              <a:rPr lang="en-IN" sz="1800" b="0" strike="noStrike" spc="-1">
                <a:solidFill>
                  <a:schemeClr val="lt1"/>
                </a:solidFill>
                <a:latin typeface="Trebuchet MS"/>
                <a:ea typeface="DejaVu Sans"/>
              </a:rPr>
              <a:t>-Report</a:t>
            </a:r>
            <a:endParaRPr lang="en-GB" sz="1800" b="0" strike="noStrike" spc="-1">
              <a:solidFill>
                <a:srgbClr val="000000"/>
              </a:solidFill>
              <a:latin typeface="Arial"/>
            </a:endParaRPr>
          </a:p>
          <a:p>
            <a:pPr>
              <a:lnSpc>
                <a:spcPct val="100000"/>
              </a:lnSpc>
            </a:pPr>
            <a:r>
              <a:rPr lang="en-IN" sz="1800" b="0" strike="noStrike" spc="-1">
                <a:solidFill>
                  <a:schemeClr val="lt1"/>
                </a:solidFill>
                <a:latin typeface="Trebuchet MS"/>
                <a:ea typeface="DejaVu Sans"/>
              </a:rPr>
              <a:t>-Goals page </a:t>
            </a:r>
            <a:endParaRPr lang="en-GB" sz="1800" b="0" strike="noStrike" spc="-1">
              <a:solidFill>
                <a:srgbClr val="000000"/>
              </a:solidFill>
              <a:latin typeface="Arial"/>
            </a:endParaRPr>
          </a:p>
          <a:p>
            <a:pPr>
              <a:lnSpc>
                <a:spcPct val="100000"/>
              </a:lnSpc>
            </a:pPr>
            <a:r>
              <a:rPr lang="en-IN" sz="1800" b="0" strike="noStrike" spc="-1">
                <a:solidFill>
                  <a:schemeClr val="lt1"/>
                </a:solidFill>
                <a:latin typeface="Trebuchet MS"/>
                <a:ea typeface="DejaVu Sans"/>
              </a:rPr>
              <a:t>-Countdown to deadline</a:t>
            </a:r>
            <a:endParaRPr lang="en-GB" sz="1800" b="0" strike="noStrike" spc="-1">
              <a:solidFill>
                <a:srgbClr val="000000"/>
              </a:solidFill>
              <a:latin typeface="Arial"/>
            </a:endParaRPr>
          </a:p>
          <a:p>
            <a:pPr algn="ctr">
              <a:lnSpc>
                <a:spcPct val="100000"/>
              </a:lnSpc>
            </a:pPr>
            <a:endParaRPr lang="en-GB" sz="1800" b="0" strike="noStrike" spc="-1">
              <a:solidFill>
                <a:srgbClr val="000000"/>
              </a:solidFill>
              <a:latin typeface="Arial"/>
            </a:endParaRPr>
          </a:p>
        </p:txBody>
      </p:sp>
      <p:cxnSp>
        <p:nvCxnSpPr>
          <p:cNvPr id="126" name="Connector: Curved 13"/>
          <p:cNvCxnSpPr>
            <a:stCxn id="124" idx="2"/>
            <a:endCxn id="125" idx="1"/>
          </p:cNvCxnSpPr>
          <p:nvPr/>
        </p:nvCxnSpPr>
        <p:spPr>
          <a:xfrm rot="16200000" flipH="1">
            <a:off x="2600640" y="4166640"/>
            <a:ext cx="1530360" cy="756360"/>
          </a:xfrm>
          <a:prstGeom prst="curvedConnector2">
            <a:avLst/>
          </a:prstGeom>
          <a:ln w="0" cap="rnd">
            <a:solidFill>
              <a:srgbClr val="96D141"/>
            </a:solidFill>
            <a:tailEnd type="triangle" w="med" len="med"/>
          </a:ln>
        </p:spPr>
      </p:cxnSp>
      <p:sp>
        <p:nvSpPr>
          <p:cNvPr id="127" name="Rectangle 21"/>
          <p:cNvSpPr/>
          <p:nvPr/>
        </p:nvSpPr>
        <p:spPr>
          <a:xfrm>
            <a:off x="7351920" y="4320000"/>
            <a:ext cx="1727640" cy="791280"/>
          </a:xfrm>
          <a:prstGeom prst="rect">
            <a:avLst/>
          </a:prstGeom>
          <a:gradFill rotWithShape="0">
            <a:gsLst>
              <a:gs pos="22000">
                <a:srgbClr val="8AC535"/>
              </a:gs>
              <a:gs pos="100000">
                <a:srgbClr val="9CD355"/>
              </a:gs>
            </a:gsLst>
            <a:lin ang="16200000"/>
          </a:gradFill>
          <a:ln w="0">
            <a:noFill/>
          </a:ln>
          <a:effectLst>
            <a:outerShdw blurRad="50760" dist="38160" dir="5400000" rotWithShape="0">
              <a:srgbClr val="000000">
                <a:alpha val="35000"/>
              </a:srgbClr>
            </a:outerShdw>
          </a:effectLst>
        </p:spPr>
        <p:style>
          <a:lnRef idx="0">
            <a:schemeClr val="accent6"/>
          </a:lnRef>
          <a:fillRef idx="3">
            <a:schemeClr val="accent6"/>
          </a:fillRef>
          <a:effectRef idx="3">
            <a:schemeClr val="accent6"/>
          </a:effectRef>
          <a:fontRef idx="minor"/>
        </p:style>
        <p:txBody>
          <a:bodyPr lIns="90000" tIns="45000" rIns="90000" bIns="45000" anchor="ctr">
            <a:noAutofit/>
          </a:bodyPr>
          <a:lstStyle/>
          <a:p>
            <a:pPr algn="ctr">
              <a:lnSpc>
                <a:spcPct val="100000"/>
              </a:lnSpc>
            </a:pPr>
            <a:r>
              <a:rPr lang="en-IN" sz="1800" b="0" strike="noStrike" spc="-1">
                <a:solidFill>
                  <a:schemeClr val="lt1"/>
                </a:solidFill>
                <a:latin typeface="Trebuchet MS"/>
                <a:ea typeface="DejaVu Sans"/>
              </a:rPr>
              <a:t>Pop up widget </a:t>
            </a:r>
            <a:endParaRPr lang="en-GB" sz="1800" b="0" strike="noStrike" spc="-1">
              <a:solidFill>
                <a:srgbClr val="000000"/>
              </a:solidFill>
              <a:latin typeface="Arial"/>
            </a:endParaRPr>
          </a:p>
        </p:txBody>
      </p:sp>
      <p:sp>
        <p:nvSpPr>
          <p:cNvPr id="128" name="Rectangle 22"/>
          <p:cNvSpPr/>
          <p:nvPr/>
        </p:nvSpPr>
        <p:spPr>
          <a:xfrm>
            <a:off x="7359480" y="5508000"/>
            <a:ext cx="1727640" cy="791280"/>
          </a:xfrm>
          <a:prstGeom prst="rect">
            <a:avLst/>
          </a:prstGeom>
          <a:gradFill rotWithShape="0">
            <a:gsLst>
              <a:gs pos="22000">
                <a:srgbClr val="8AC535"/>
              </a:gs>
              <a:gs pos="100000">
                <a:srgbClr val="9CD355"/>
              </a:gs>
            </a:gsLst>
            <a:lin ang="16200000"/>
          </a:gradFill>
          <a:ln w="0">
            <a:noFill/>
          </a:ln>
          <a:effectLst>
            <a:outerShdw blurRad="50760" dist="38160" dir="5400000" rotWithShape="0">
              <a:srgbClr val="000000">
                <a:alpha val="35000"/>
              </a:srgbClr>
            </a:outerShdw>
          </a:effectLst>
        </p:spPr>
        <p:style>
          <a:lnRef idx="0">
            <a:schemeClr val="accent6"/>
          </a:lnRef>
          <a:fillRef idx="3">
            <a:schemeClr val="accent6"/>
          </a:fillRef>
          <a:effectRef idx="3">
            <a:schemeClr val="accent6"/>
          </a:effectRef>
          <a:fontRef idx="minor"/>
        </p:style>
        <p:txBody>
          <a:bodyPr lIns="90000" tIns="45000" rIns="90000" bIns="45000" anchor="ctr">
            <a:noAutofit/>
          </a:bodyPr>
          <a:lstStyle/>
          <a:p>
            <a:pPr algn="ctr">
              <a:lnSpc>
                <a:spcPct val="100000"/>
              </a:lnSpc>
            </a:pPr>
            <a:r>
              <a:rPr lang="en-IN" sz="1800" b="0" strike="noStrike" spc="-1">
                <a:solidFill>
                  <a:schemeClr val="lt1"/>
                </a:solidFill>
                <a:latin typeface="Trebuchet MS"/>
                <a:ea typeface="DejaVu Sans"/>
              </a:rPr>
              <a:t>Notification / reminder </a:t>
            </a:r>
            <a:endParaRPr lang="en-GB" sz="1800" b="0" strike="noStrike" spc="-1">
              <a:solidFill>
                <a:srgbClr val="000000"/>
              </a:solidFill>
              <a:latin typeface="Arial"/>
            </a:endParaRPr>
          </a:p>
        </p:txBody>
      </p:sp>
      <p:cxnSp>
        <p:nvCxnSpPr>
          <p:cNvPr id="129" name="Connector: Elbow 35"/>
          <p:cNvCxnSpPr>
            <a:stCxn id="125" idx="3"/>
          </p:cNvCxnSpPr>
          <p:nvPr/>
        </p:nvCxnSpPr>
        <p:spPr>
          <a:xfrm flipV="1">
            <a:off x="6659640" y="4679640"/>
            <a:ext cx="692640" cy="630360"/>
          </a:xfrm>
          <a:prstGeom prst="bentConnector3">
            <a:avLst>
              <a:gd name="adj1" fmla="val 50754"/>
            </a:avLst>
          </a:prstGeom>
          <a:ln w="0" cap="rnd">
            <a:solidFill>
              <a:srgbClr val="96D141"/>
            </a:solidFill>
            <a:tailEnd type="triangle" w="med" len="med"/>
          </a:ln>
        </p:spPr>
      </p:cxnSp>
      <p:cxnSp>
        <p:nvCxnSpPr>
          <p:cNvPr id="130" name="Connector: Elbow 38"/>
          <p:cNvCxnSpPr>
            <a:stCxn id="125" idx="3"/>
          </p:cNvCxnSpPr>
          <p:nvPr/>
        </p:nvCxnSpPr>
        <p:spPr>
          <a:xfrm>
            <a:off x="6659640" y="5309640"/>
            <a:ext cx="700560" cy="594720"/>
          </a:xfrm>
          <a:prstGeom prst="bentConnector3">
            <a:avLst>
              <a:gd name="adj1" fmla="val 50745"/>
            </a:avLst>
          </a:prstGeom>
          <a:ln w="0" cap="rnd">
            <a:solidFill>
              <a:srgbClr val="96D141"/>
            </a:solidFill>
            <a:tailEnd type="triangle" w="med" len="med"/>
          </a:ln>
        </p:spPr>
      </p:cxnSp>
      <p:pic>
        <p:nvPicPr>
          <p:cNvPr id="131" name="Picture 43"/>
          <p:cNvPicPr/>
          <p:nvPr/>
        </p:nvPicPr>
        <p:blipFill>
          <a:blip r:embed="rId4"/>
          <a:srcRect l="15112" r="15878"/>
          <a:stretch/>
        </p:blipFill>
        <p:spPr>
          <a:xfrm>
            <a:off x="988920" y="2543040"/>
            <a:ext cx="893160" cy="1307520"/>
          </a:xfrm>
          <a:prstGeom prst="rect">
            <a:avLst/>
          </a:prstGeom>
          <a:ln w="0">
            <a:noFill/>
          </a:ln>
        </p:spPr>
      </p:pic>
      <p:pic>
        <p:nvPicPr>
          <p:cNvPr id="132" name="Picture 45"/>
          <p:cNvPicPr/>
          <p:nvPr/>
        </p:nvPicPr>
        <p:blipFill>
          <a:blip r:embed="rId5"/>
          <a:srcRect l="7647" r="8065"/>
          <a:stretch/>
        </p:blipFill>
        <p:spPr>
          <a:xfrm>
            <a:off x="85680" y="2633760"/>
            <a:ext cx="966240" cy="1145520"/>
          </a:xfrm>
          <a:prstGeom prst="rect">
            <a:avLst/>
          </a:prstGeom>
          <a:ln w="0">
            <a:noFill/>
          </a:ln>
        </p:spPr>
      </p:pic>
      <p:pic>
        <p:nvPicPr>
          <p:cNvPr id="133" name="Picture 51"/>
          <p:cNvPicPr/>
          <p:nvPr/>
        </p:nvPicPr>
        <p:blipFill>
          <a:blip r:embed="rId6"/>
          <a:stretch/>
        </p:blipFill>
        <p:spPr>
          <a:xfrm>
            <a:off x="2700000" y="5940000"/>
            <a:ext cx="2599200" cy="1230840"/>
          </a:xfrm>
          <a:prstGeom prst="rect">
            <a:avLst/>
          </a:prstGeom>
          <a:ln w="0">
            <a:noFill/>
          </a:ln>
        </p:spPr>
      </p:pic>
      <p:pic>
        <p:nvPicPr>
          <p:cNvPr id="134" name="Picture 53"/>
          <p:cNvPicPr/>
          <p:nvPr/>
        </p:nvPicPr>
        <p:blipFill>
          <a:blip r:embed="rId7"/>
          <a:stretch/>
        </p:blipFill>
        <p:spPr>
          <a:xfrm>
            <a:off x="2340000" y="4121280"/>
            <a:ext cx="918360" cy="91836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 name="Rectangle 1"/>
          <p:cNvSpPr/>
          <p:nvPr/>
        </p:nvSpPr>
        <p:spPr>
          <a:xfrm>
            <a:off x="11156040" y="2932650"/>
            <a:ext cx="9070200" cy="1261440"/>
          </a:xfrm>
          <a:prstGeom prst="rect">
            <a:avLst/>
          </a:prstGeom>
          <a:noFill/>
          <a:ln w="0">
            <a:noFill/>
          </a:ln>
        </p:spPr>
        <p:style>
          <a:lnRef idx="0">
            <a:scrgbClr r="0" g="0" b="0"/>
          </a:lnRef>
          <a:fillRef idx="0">
            <a:scrgbClr r="0" g="0" b="0"/>
          </a:fillRef>
          <a:effectRef idx="0">
            <a:scrgbClr r="0" g="0" b="0"/>
          </a:effectRef>
          <a:fontRef idx="minor"/>
        </p:style>
        <p:txBody>
          <a:bodyPr lIns="0" tIns="31680" rIns="0" bIns="0" anchor="ctr">
            <a:noAutofit/>
          </a:bodyPr>
          <a:lstStyle/>
          <a:p>
            <a:pPr>
              <a:lnSpc>
                <a:spcPct val="93000"/>
              </a:lnSpc>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en-IN" sz="3600" b="1" strike="noStrike" spc="-1" dirty="0">
                <a:solidFill>
                  <a:srgbClr val="000000"/>
                </a:solidFill>
                <a:latin typeface="Times New Roman"/>
                <a:ea typeface="DejaVu Sans"/>
              </a:rPr>
              <a:t> Literature Survey</a:t>
            </a:r>
            <a:endParaRPr lang="en-GB" sz="3600" b="0" strike="noStrike" spc="-1" dirty="0">
              <a:solidFill>
                <a:srgbClr val="000000"/>
              </a:solidFill>
              <a:latin typeface="Arial"/>
            </a:endParaRPr>
          </a:p>
        </p:txBody>
      </p:sp>
      <p:sp>
        <p:nvSpPr>
          <p:cNvPr id="136" name="Rectangle 2"/>
          <p:cNvSpPr/>
          <p:nvPr/>
        </p:nvSpPr>
        <p:spPr>
          <a:xfrm>
            <a:off x="-4640220" y="-666270"/>
            <a:ext cx="9070200" cy="4988880"/>
          </a:xfrm>
          <a:prstGeom prst="rect">
            <a:avLst/>
          </a:prstGeom>
          <a:noFill/>
          <a:ln w="0">
            <a:noFill/>
          </a:ln>
        </p:spPr>
        <p:style>
          <a:lnRef idx="0">
            <a:scrgbClr r="0" g="0" b="0"/>
          </a:lnRef>
          <a:fillRef idx="0">
            <a:scrgbClr r="0" g="0" b="0"/>
          </a:fillRef>
          <a:effectRef idx="0">
            <a:scrgbClr r="0" g="0" b="0"/>
          </a:effectRef>
          <a:fontRef idx="minor"/>
        </p:style>
        <p:txBody>
          <a:bodyPr lIns="0" tIns="21240" rIns="0" bIns="0" anchor="t">
            <a:noAutofit/>
          </a:bodyPr>
          <a:lstStyle/>
          <a:p>
            <a:pPr marL="108000">
              <a:lnSpc>
                <a:spcPct val="93000"/>
              </a:lnSpc>
              <a:spcAft>
                <a:spcPts val="1412"/>
              </a:spcAft>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en-IN" sz="3600" b="0" i="1" strike="noStrike" spc="-1">
                <a:solidFill>
                  <a:srgbClr val="FF0000"/>
                </a:solidFill>
                <a:latin typeface="Times New Roman"/>
                <a:ea typeface="DejaVu Sans"/>
              </a:rPr>
              <a:t>		</a:t>
            </a:r>
            <a:endParaRPr lang="en-GB" sz="3600" b="0" strike="noStrike" spc="-1">
              <a:solidFill>
                <a:srgbClr val="000000"/>
              </a:solidFill>
              <a:latin typeface="Arial"/>
            </a:endParaRPr>
          </a:p>
        </p:txBody>
      </p:sp>
      <p:graphicFrame>
        <p:nvGraphicFramePr>
          <p:cNvPr id="137" name="Table 1"/>
          <p:cNvGraphicFramePr/>
          <p:nvPr>
            <p:extLst>
              <p:ext uri="{D42A27DB-BD31-4B8C-83A1-F6EECF244321}">
                <p14:modId xmlns:p14="http://schemas.microsoft.com/office/powerpoint/2010/main" val="1311044335"/>
              </p:ext>
            </p:extLst>
          </p:nvPr>
        </p:nvGraphicFramePr>
        <p:xfrm>
          <a:off x="776520" y="1828170"/>
          <a:ext cx="8796960" cy="4731840"/>
        </p:xfrm>
        <a:graphic>
          <a:graphicData uri="http://schemas.openxmlformats.org/drawingml/2006/table">
            <a:tbl>
              <a:tblPr/>
              <a:tblGrid>
                <a:gridCol w="739440">
                  <a:extLst>
                    <a:ext uri="{9D8B030D-6E8A-4147-A177-3AD203B41FA5}">
                      <a16:colId xmlns:a16="http://schemas.microsoft.com/office/drawing/2014/main" val="20000"/>
                    </a:ext>
                  </a:extLst>
                </a:gridCol>
                <a:gridCol w="2055240">
                  <a:extLst>
                    <a:ext uri="{9D8B030D-6E8A-4147-A177-3AD203B41FA5}">
                      <a16:colId xmlns:a16="http://schemas.microsoft.com/office/drawing/2014/main" val="20001"/>
                    </a:ext>
                  </a:extLst>
                </a:gridCol>
                <a:gridCol w="3166200">
                  <a:extLst>
                    <a:ext uri="{9D8B030D-6E8A-4147-A177-3AD203B41FA5}">
                      <a16:colId xmlns:a16="http://schemas.microsoft.com/office/drawing/2014/main" val="20002"/>
                    </a:ext>
                  </a:extLst>
                </a:gridCol>
                <a:gridCol w="2836080">
                  <a:extLst>
                    <a:ext uri="{9D8B030D-6E8A-4147-A177-3AD203B41FA5}">
                      <a16:colId xmlns:a16="http://schemas.microsoft.com/office/drawing/2014/main" val="20003"/>
                    </a:ext>
                  </a:extLst>
                </a:gridCol>
              </a:tblGrid>
              <a:tr h="1136520">
                <a:tc>
                  <a:txBody>
                    <a:bodyPr/>
                    <a:lstStyle/>
                    <a:p>
                      <a:pPr>
                        <a:lnSpc>
                          <a:spcPct val="100000"/>
                        </a:lnSpc>
                      </a:pPr>
                      <a:r>
                        <a:rPr lang="en-IN" sz="1979" b="1" strike="noStrike" spc="-1">
                          <a:solidFill>
                            <a:schemeClr val="lt1"/>
                          </a:solidFill>
                          <a:latin typeface="Trebuchet MS"/>
                        </a:rPr>
                        <a:t>Sr No.</a:t>
                      </a:r>
                      <a:endParaRPr lang="en-GB" sz="1979" b="0" strike="noStrike" spc="-1">
                        <a:solidFill>
                          <a:srgbClr val="000000"/>
                        </a:solidFill>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chemeClr val="accent1"/>
                    </a:solidFill>
                  </a:tcPr>
                </a:tc>
                <a:tc>
                  <a:txBody>
                    <a:bodyPr/>
                    <a:lstStyle/>
                    <a:p>
                      <a:pPr>
                        <a:lnSpc>
                          <a:spcPct val="100000"/>
                        </a:lnSpc>
                        <a:tabLst>
                          <a:tab pos="0" algn="l"/>
                        </a:tabLst>
                      </a:pPr>
                      <a:r>
                        <a:rPr lang="en-IN" sz="1979" b="1" strike="noStrike" spc="-1">
                          <a:solidFill>
                            <a:schemeClr val="lt1"/>
                          </a:solidFill>
                          <a:latin typeface="Trebuchet MS"/>
                        </a:rPr>
                        <a:t>Title of Paper</a:t>
                      </a:r>
                      <a:endParaRPr lang="en-GB" sz="1979" b="0" strike="noStrike" spc="-1">
                        <a:solidFill>
                          <a:srgbClr val="000000"/>
                        </a:solidFill>
                        <a:latin typeface="Arial"/>
                      </a:endParaRPr>
                    </a:p>
                    <a:p>
                      <a:pPr>
                        <a:lnSpc>
                          <a:spcPct val="100000"/>
                        </a:lnSpc>
                        <a:tabLst>
                          <a:tab pos="0" algn="l"/>
                        </a:tabLst>
                      </a:pPr>
                      <a:endParaRPr lang="en-GB" sz="1979" b="0" strike="noStrike" spc="-1">
                        <a:solidFill>
                          <a:srgbClr val="000000"/>
                        </a:solidFill>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chemeClr val="accent1"/>
                    </a:solidFill>
                  </a:tcPr>
                </a:tc>
                <a:tc>
                  <a:txBody>
                    <a:bodyPr/>
                    <a:lstStyle/>
                    <a:p>
                      <a:pPr>
                        <a:lnSpc>
                          <a:spcPct val="100000"/>
                        </a:lnSpc>
                        <a:tabLst>
                          <a:tab pos="0" algn="l"/>
                        </a:tabLst>
                      </a:pPr>
                      <a:r>
                        <a:rPr lang="en-IN" sz="1979" b="1" strike="noStrike" spc="-1">
                          <a:solidFill>
                            <a:schemeClr val="lt1"/>
                          </a:solidFill>
                          <a:latin typeface="Trebuchet MS"/>
                        </a:rPr>
                        <a:t>Name of Authors, and Date of publication</a:t>
                      </a:r>
                      <a:endParaRPr lang="en-GB" sz="1979" b="0" strike="noStrike" spc="-1">
                        <a:solidFill>
                          <a:srgbClr val="000000"/>
                        </a:solidFill>
                        <a:latin typeface="Arial"/>
                      </a:endParaRPr>
                    </a:p>
                    <a:p>
                      <a:pPr>
                        <a:lnSpc>
                          <a:spcPct val="100000"/>
                        </a:lnSpc>
                        <a:tabLst>
                          <a:tab pos="0" algn="l"/>
                        </a:tabLst>
                      </a:pPr>
                      <a:endParaRPr lang="en-GB" sz="1979" b="0" strike="noStrike" spc="-1">
                        <a:solidFill>
                          <a:srgbClr val="000000"/>
                        </a:solidFill>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chemeClr val="accent1"/>
                    </a:solidFill>
                  </a:tcPr>
                </a:tc>
                <a:tc>
                  <a:txBody>
                    <a:bodyPr/>
                    <a:lstStyle/>
                    <a:p>
                      <a:pPr>
                        <a:lnSpc>
                          <a:spcPct val="100000"/>
                        </a:lnSpc>
                        <a:tabLst>
                          <a:tab pos="0" algn="l"/>
                        </a:tabLst>
                      </a:pPr>
                      <a:r>
                        <a:rPr lang="en-IN" sz="1979" b="1" strike="noStrike" spc="-1">
                          <a:solidFill>
                            <a:schemeClr val="lt1"/>
                          </a:solidFill>
                          <a:latin typeface="Trebuchet MS"/>
                        </a:rPr>
                        <a:t>Description</a:t>
                      </a:r>
                      <a:endParaRPr lang="en-GB" sz="1979" b="0" strike="noStrike" spc="-1">
                        <a:solidFill>
                          <a:srgbClr val="000000"/>
                        </a:solidFill>
                        <a:latin typeface="Arial"/>
                      </a:endParaRPr>
                    </a:p>
                    <a:p>
                      <a:pPr>
                        <a:lnSpc>
                          <a:spcPct val="100000"/>
                        </a:lnSpc>
                        <a:tabLst>
                          <a:tab pos="0" algn="l"/>
                        </a:tabLst>
                      </a:pPr>
                      <a:endParaRPr lang="en-GB" sz="1979" b="0" strike="noStrike" spc="-1">
                        <a:solidFill>
                          <a:srgbClr val="000000"/>
                        </a:solidFill>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chemeClr val="accent1"/>
                    </a:solidFill>
                  </a:tcPr>
                </a:tc>
                <a:extLst>
                  <a:ext uri="{0D108BD9-81ED-4DB2-BD59-A6C34878D82A}">
                    <a16:rowId xmlns:a16="http://schemas.microsoft.com/office/drawing/2014/main" val="10000"/>
                  </a:ext>
                </a:extLst>
              </a:tr>
              <a:tr h="876600">
                <a:tc>
                  <a:txBody>
                    <a:bodyPr/>
                    <a:lstStyle/>
                    <a:p>
                      <a:pPr>
                        <a:lnSpc>
                          <a:spcPct val="100000"/>
                        </a:lnSpc>
                      </a:pPr>
                      <a:r>
                        <a:rPr lang="en-IN" sz="1979" b="0" strike="noStrike" spc="-1">
                          <a:solidFill>
                            <a:schemeClr val="dk1"/>
                          </a:solidFill>
                          <a:latin typeface="Trebuchet MS"/>
                        </a:rPr>
                        <a:t>1</a:t>
                      </a:r>
                      <a:endParaRPr lang="en-GB" sz="1979" b="0" strike="noStrike" spc="-1">
                        <a:solidFill>
                          <a:srgbClr val="000000"/>
                        </a:solidFill>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2EBF8"/>
                    </a:solidFill>
                  </a:tcPr>
                </a:tc>
                <a:tc>
                  <a:txBody>
                    <a:bodyPr/>
                    <a:lstStyle/>
                    <a:p>
                      <a:pPr>
                        <a:lnSpc>
                          <a:spcPct val="100000"/>
                        </a:lnSpc>
                      </a:pPr>
                      <a:r>
                        <a:rPr lang="en-US" sz="1000" b="0" strike="noStrike" spc="-1" dirty="0">
                          <a:solidFill>
                            <a:schemeClr val="dk1"/>
                          </a:solidFill>
                          <a:latin typeface="Trebuchet MS"/>
                        </a:rPr>
                        <a:t>Enhancing Desktop Productivity: An Approach of Virtual Assistance for Desktop Workflow</a:t>
                      </a:r>
                      <a:endParaRPr lang="en-GB" sz="1000" b="0" strike="noStrike" spc="-1" dirty="0">
                        <a:solidFill>
                          <a:srgbClr val="000000"/>
                        </a:solidFill>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2EBF8"/>
                    </a:solidFill>
                  </a:tcPr>
                </a:tc>
                <a:tc>
                  <a:txBody>
                    <a:bodyPr/>
                    <a:lstStyle/>
                    <a:p>
                      <a:pPr>
                        <a:lnSpc>
                          <a:spcPct val="100000"/>
                        </a:lnSpc>
                      </a:pPr>
                      <a:r>
                        <a:rPr lang="en-IN" sz="1000" b="0" strike="noStrike" spc="-1" dirty="0">
                          <a:solidFill>
                            <a:schemeClr val="dk1"/>
                          </a:solidFill>
                          <a:latin typeface="Trebuchet MS"/>
                        </a:rPr>
                        <a:t>Singh, Satyam, Aryan </a:t>
                      </a:r>
                      <a:r>
                        <a:rPr lang="en-IN" sz="1000" b="0" strike="noStrike" spc="-1" dirty="0" err="1">
                          <a:solidFill>
                            <a:schemeClr val="dk1"/>
                          </a:solidFill>
                          <a:latin typeface="Trebuchet MS"/>
                        </a:rPr>
                        <a:t>Mahale</a:t>
                      </a:r>
                      <a:r>
                        <a:rPr lang="en-IN" sz="1000" b="0" strike="noStrike" spc="-1" dirty="0">
                          <a:solidFill>
                            <a:schemeClr val="dk1"/>
                          </a:solidFill>
                          <a:latin typeface="Trebuchet MS"/>
                        </a:rPr>
                        <a:t>, and Ishan Kumar. "Enhancing Desktop Productivity: An Approach of Virtual Assistance for Desktop Workflow." Kilby 100 (2023): 7th.</a:t>
                      </a:r>
                      <a:endParaRPr lang="en-GB" sz="1000" b="0" strike="noStrike" spc="-1" dirty="0">
                        <a:solidFill>
                          <a:srgbClr val="000000"/>
                        </a:solidFill>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2EBF8"/>
                    </a:solidFill>
                  </a:tcPr>
                </a:tc>
                <a:tc>
                  <a:txBody>
                    <a:bodyPr/>
                    <a:lstStyle/>
                    <a:p>
                      <a:pPr>
                        <a:lnSpc>
                          <a:spcPct val="100000"/>
                        </a:lnSpc>
                      </a:pPr>
                      <a:r>
                        <a:rPr lang="en-US" sz="1000" b="0" strike="noStrike" spc="-1" dirty="0">
                          <a:solidFill>
                            <a:schemeClr val="dk1"/>
                          </a:solidFill>
                          <a:latin typeface="Trebuchet MS"/>
                        </a:rPr>
                        <a:t>a system that supports users in any type of task that can be performed on the desktop, such as searching on the Internet, controlling the system, opening files and software, and much more.</a:t>
                      </a:r>
                      <a:endParaRPr lang="en-GB" sz="1000" b="0" strike="noStrike" spc="-1" dirty="0">
                        <a:solidFill>
                          <a:srgbClr val="000000"/>
                        </a:solidFill>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2EBF8"/>
                    </a:solidFill>
                  </a:tcPr>
                </a:tc>
                <a:extLst>
                  <a:ext uri="{0D108BD9-81ED-4DB2-BD59-A6C34878D82A}">
                    <a16:rowId xmlns:a16="http://schemas.microsoft.com/office/drawing/2014/main" val="10001"/>
                  </a:ext>
                </a:extLst>
              </a:tr>
              <a:tr h="876600">
                <a:tc>
                  <a:txBody>
                    <a:bodyPr/>
                    <a:lstStyle/>
                    <a:p>
                      <a:pPr>
                        <a:lnSpc>
                          <a:spcPct val="100000"/>
                        </a:lnSpc>
                      </a:pPr>
                      <a:r>
                        <a:rPr lang="en-IN" sz="1979" b="0" strike="noStrike" spc="-1">
                          <a:solidFill>
                            <a:schemeClr val="dk1"/>
                          </a:solidFill>
                          <a:latin typeface="Trebuchet MS"/>
                        </a:rPr>
                        <a:t>2</a:t>
                      </a:r>
                      <a:endParaRPr lang="en-GB" sz="1979" b="0" strike="noStrike" spc="-1">
                        <a:solidFill>
                          <a:srgbClr val="000000"/>
                        </a:solid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AF5FB"/>
                    </a:solidFill>
                  </a:tcPr>
                </a:tc>
                <a:tc>
                  <a:txBody>
                    <a:bodyPr/>
                    <a:lstStyle/>
                    <a:p>
                      <a:pPr>
                        <a:lnSpc>
                          <a:spcPct val="100000"/>
                        </a:lnSpc>
                      </a:pPr>
                      <a:r>
                        <a:rPr lang="en-US" sz="1000" b="0" strike="noStrike" spc="-1" dirty="0">
                          <a:solidFill>
                            <a:schemeClr val="dk1"/>
                          </a:solidFill>
                          <a:latin typeface="Trebuchet MS"/>
                        </a:rPr>
                        <a:t>Project Management and AI</a:t>
                      </a:r>
                      <a:endParaRPr lang="en-GB" sz="1000" b="0" strike="noStrike" spc="-1" dirty="0">
                        <a:solidFill>
                          <a:srgbClr val="000000"/>
                        </a:solid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AF5FB"/>
                    </a:solidFill>
                  </a:tcPr>
                </a:tc>
                <a:tc>
                  <a:txBody>
                    <a:bodyPr/>
                    <a:lstStyle/>
                    <a:p>
                      <a:pPr>
                        <a:lnSpc>
                          <a:spcPct val="100000"/>
                        </a:lnSpc>
                      </a:pPr>
                      <a:r>
                        <a:rPr lang="en-US" sz="1000" b="0" strike="noStrike" spc="-1" dirty="0">
                          <a:solidFill>
                            <a:schemeClr val="dk1"/>
                          </a:solidFill>
                          <a:latin typeface="Trebuchet MS"/>
                        </a:rPr>
                        <a:t>“How AI will Transform project management by Antonio Nieto-Rodriguez and Ricardo Viana Vargas</a:t>
                      </a:r>
                      <a:endParaRPr lang="en-GB" sz="1000" b="0" strike="noStrike" spc="-1" dirty="0">
                        <a:solidFill>
                          <a:srgbClr val="000000"/>
                        </a:solid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AF5FB"/>
                    </a:solidFill>
                  </a:tcPr>
                </a:tc>
                <a:tc>
                  <a:txBody>
                    <a:bodyPr/>
                    <a:lstStyle/>
                    <a:p>
                      <a:pPr>
                        <a:lnSpc>
                          <a:spcPct val="100000"/>
                        </a:lnSpc>
                      </a:pPr>
                      <a:r>
                        <a:rPr lang="en-US" sz="1000" b="0" strike="noStrike" spc="-1">
                          <a:solidFill>
                            <a:schemeClr val="dk1"/>
                          </a:solidFill>
                          <a:latin typeface="Trebuchet MS"/>
                        </a:rPr>
                        <a:t>offers a systematic review of AI's role in project management, focusing on task automation and risk management. The study concludes that AI project management tools can reduce project risks by providing predictive insights.</a:t>
                      </a:r>
                      <a:endParaRPr lang="en-GB" sz="1000" b="0" strike="noStrike" spc="-1">
                        <a:solidFill>
                          <a:srgbClr val="000000"/>
                        </a:solid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AF5FB"/>
                    </a:solidFill>
                  </a:tcPr>
                </a:tc>
                <a:extLst>
                  <a:ext uri="{0D108BD9-81ED-4DB2-BD59-A6C34878D82A}">
                    <a16:rowId xmlns:a16="http://schemas.microsoft.com/office/drawing/2014/main" val="10002"/>
                  </a:ext>
                </a:extLst>
              </a:tr>
              <a:tr h="991800">
                <a:tc>
                  <a:txBody>
                    <a:bodyPr/>
                    <a:lstStyle/>
                    <a:p>
                      <a:pPr>
                        <a:lnSpc>
                          <a:spcPct val="100000"/>
                        </a:lnSpc>
                      </a:pPr>
                      <a:r>
                        <a:rPr lang="en-IN" sz="1979" b="0" strike="noStrike" spc="-1">
                          <a:solidFill>
                            <a:schemeClr val="dk1"/>
                          </a:solidFill>
                          <a:latin typeface="Trebuchet MS"/>
                        </a:rPr>
                        <a:t>3</a:t>
                      </a:r>
                      <a:endParaRPr lang="en-GB" sz="1979" b="0" strike="noStrike" spc="-1">
                        <a:solidFill>
                          <a:srgbClr val="000000"/>
                        </a:solid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2EBF8"/>
                    </a:solidFill>
                  </a:tcPr>
                </a:tc>
                <a:tc>
                  <a:txBody>
                    <a:bodyPr/>
                    <a:lstStyle/>
                    <a:p>
                      <a:pPr>
                        <a:lnSpc>
                          <a:spcPct val="100000"/>
                        </a:lnSpc>
                      </a:pPr>
                      <a:r>
                        <a:rPr lang="en-US" sz="1000" b="0" strike="noStrike" spc="-1">
                          <a:solidFill>
                            <a:schemeClr val="dk1"/>
                          </a:solidFill>
                          <a:latin typeface="Trebuchet MS"/>
                        </a:rPr>
                        <a:t>Advancing Student Productivity: An Introduction to Evernote</a:t>
                      </a:r>
                      <a:endParaRPr lang="en-GB" sz="1000" b="0" strike="noStrike" spc="-1">
                        <a:solidFill>
                          <a:srgbClr val="000000"/>
                        </a:solid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2EBF8"/>
                    </a:solidFill>
                  </a:tcPr>
                </a:tc>
                <a:tc>
                  <a:txBody>
                    <a:bodyPr/>
                    <a:lstStyle/>
                    <a:p>
                      <a:pPr>
                        <a:lnSpc>
                          <a:spcPct val="100000"/>
                        </a:lnSpc>
                      </a:pPr>
                      <a:r>
                        <a:rPr lang="en-US" sz="1000" b="0" strike="noStrike" spc="-1" dirty="0" err="1">
                          <a:solidFill>
                            <a:schemeClr val="dk1"/>
                          </a:solidFill>
                          <a:latin typeface="Trebuchet MS"/>
                        </a:rPr>
                        <a:t>Korzaan</a:t>
                      </a:r>
                      <a:r>
                        <a:rPr lang="en-US" sz="1000" b="0" strike="noStrike" spc="-1" dirty="0">
                          <a:solidFill>
                            <a:schemeClr val="dk1"/>
                          </a:solidFill>
                          <a:latin typeface="Trebuchet MS"/>
                        </a:rPr>
                        <a:t>, Melinda, and Cameron Lawrence. "Advancing student productivity: an introduction to Evernote." Information Systems Education Journal 14, no. 2 (2016): 19.</a:t>
                      </a:r>
                      <a:endParaRPr lang="en-GB" sz="1000" b="0" strike="noStrike" spc="-1" dirty="0">
                        <a:solidFill>
                          <a:srgbClr val="000000"/>
                        </a:solid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2EBF8"/>
                    </a:solidFill>
                  </a:tcPr>
                </a:tc>
                <a:tc>
                  <a:txBody>
                    <a:bodyPr/>
                    <a:lstStyle/>
                    <a:p>
                      <a:pPr>
                        <a:lnSpc>
                          <a:spcPct val="100000"/>
                        </a:lnSpc>
                      </a:pPr>
                      <a:r>
                        <a:rPr lang="en-US" sz="1000" b="0" strike="noStrike" spc="-1" dirty="0">
                          <a:solidFill>
                            <a:schemeClr val="dk1"/>
                          </a:solidFill>
                          <a:latin typeface="Trebuchet MS"/>
                        </a:rPr>
                        <a:t>instructor notes contain additional information and resources to help colleagues introduce this extraordinary tool</a:t>
                      </a:r>
                      <a:endParaRPr lang="en-GB" sz="1000" b="0" strike="noStrike" spc="-1" dirty="0">
                        <a:solidFill>
                          <a:srgbClr val="000000"/>
                        </a:solid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2EBF8"/>
                    </a:solidFill>
                  </a:tcPr>
                </a:tc>
                <a:extLst>
                  <a:ext uri="{0D108BD9-81ED-4DB2-BD59-A6C34878D82A}">
                    <a16:rowId xmlns:a16="http://schemas.microsoft.com/office/drawing/2014/main" val="10003"/>
                  </a:ext>
                </a:extLst>
              </a:tr>
              <a:tr h="721080">
                <a:tc>
                  <a:txBody>
                    <a:bodyPr/>
                    <a:lstStyle/>
                    <a:p>
                      <a:pPr>
                        <a:lnSpc>
                          <a:spcPct val="100000"/>
                        </a:lnSpc>
                      </a:pPr>
                      <a:r>
                        <a:rPr lang="en-IN" sz="1979" b="0" strike="noStrike" spc="-1">
                          <a:solidFill>
                            <a:schemeClr val="dk1"/>
                          </a:solidFill>
                          <a:latin typeface="Trebuchet MS"/>
                        </a:rPr>
                        <a:t>4</a:t>
                      </a:r>
                      <a:endParaRPr lang="en-GB" sz="1979" b="0" strike="noStrike" spc="-1">
                        <a:solidFill>
                          <a:srgbClr val="000000"/>
                        </a:solid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AF5FB"/>
                    </a:solidFill>
                  </a:tcPr>
                </a:tc>
                <a:tc>
                  <a:txBody>
                    <a:bodyPr/>
                    <a:lstStyle/>
                    <a:p>
                      <a:pPr>
                        <a:lnSpc>
                          <a:spcPct val="100000"/>
                        </a:lnSpc>
                      </a:pPr>
                      <a:r>
                        <a:rPr lang="en-US" sz="1000" b="0" strike="noStrike" spc="-1" dirty="0">
                          <a:solidFill>
                            <a:schemeClr val="dk1"/>
                          </a:solidFill>
                          <a:latin typeface="Trebuchet MS"/>
                        </a:rPr>
                        <a:t>Maximizing Efficiency A Comprehensive Review of Daily Productivity Growth with Todo Manager </a:t>
                      </a:r>
                      <a:endParaRPr lang="en-GB" sz="1000" b="0" strike="noStrike" spc="-1" dirty="0">
                        <a:solidFill>
                          <a:srgbClr val="000000"/>
                        </a:solid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AF5FB"/>
                    </a:solidFill>
                  </a:tcPr>
                </a:tc>
                <a:tc>
                  <a:txBody>
                    <a:bodyPr/>
                    <a:lstStyle/>
                    <a:p>
                      <a:pPr>
                        <a:lnSpc>
                          <a:spcPct val="100000"/>
                        </a:lnSpc>
                      </a:pPr>
                      <a:r>
                        <a:rPr lang="en-IN" sz="1000" b="0" strike="noStrike" spc="-1" dirty="0">
                          <a:solidFill>
                            <a:schemeClr val="dk1"/>
                          </a:solidFill>
                          <a:latin typeface="Trebuchet MS"/>
                        </a:rPr>
                        <a:t>Perez, Gilberto, and </a:t>
                      </a:r>
                      <a:r>
                        <a:rPr lang="en-IN" sz="1000" b="0" strike="noStrike" spc="-1" dirty="0" err="1">
                          <a:solidFill>
                            <a:schemeClr val="dk1"/>
                          </a:solidFill>
                          <a:latin typeface="Trebuchet MS"/>
                        </a:rPr>
                        <a:t>Nidhaulla</a:t>
                      </a:r>
                      <a:r>
                        <a:rPr lang="en-IN" sz="1000" b="0" strike="noStrike" spc="-1" dirty="0">
                          <a:solidFill>
                            <a:schemeClr val="dk1"/>
                          </a:solidFill>
                          <a:latin typeface="Trebuchet MS"/>
                        </a:rPr>
                        <a:t> Sheikh. "Maximizing Efficiency A Comprehensive Review of Daily Productivity Growth with Todo Manager." </a:t>
                      </a:r>
                      <a:r>
                        <a:rPr lang="en-IN" sz="1000" b="0" i="1" strike="noStrike" spc="-1" dirty="0">
                          <a:solidFill>
                            <a:schemeClr val="dk1"/>
                          </a:solidFill>
                          <a:latin typeface="Trebuchet MS"/>
                        </a:rPr>
                        <a:t>Journal homepage: www. </a:t>
                      </a:r>
                      <a:r>
                        <a:rPr lang="en-IN" sz="1000" b="0" i="1" strike="noStrike" spc="-1" dirty="0" err="1">
                          <a:solidFill>
                            <a:schemeClr val="dk1"/>
                          </a:solidFill>
                          <a:latin typeface="Trebuchet MS"/>
                        </a:rPr>
                        <a:t>ijrpr</a:t>
                      </a:r>
                      <a:r>
                        <a:rPr lang="en-IN" sz="1000" b="0" i="1" strike="noStrike" spc="-1" dirty="0">
                          <a:solidFill>
                            <a:schemeClr val="dk1"/>
                          </a:solidFill>
                          <a:latin typeface="Trebuchet MS"/>
                        </a:rPr>
                        <a:t>. com ISSN</a:t>
                      </a:r>
                      <a:r>
                        <a:rPr lang="en-IN" sz="1000" b="0" strike="noStrike" spc="-1" dirty="0">
                          <a:solidFill>
                            <a:schemeClr val="dk1"/>
                          </a:solidFill>
                          <a:latin typeface="Trebuchet MS"/>
                        </a:rPr>
                        <a:t> 2582: 7421.</a:t>
                      </a:r>
                      <a:endParaRPr lang="en-GB" sz="1000" b="0" strike="noStrike" spc="-1" dirty="0">
                        <a:solidFill>
                          <a:srgbClr val="000000"/>
                        </a:solid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AF5FB"/>
                    </a:solidFill>
                  </a:tcPr>
                </a:tc>
                <a:tc>
                  <a:txBody>
                    <a:bodyPr/>
                    <a:lstStyle/>
                    <a:p>
                      <a:pPr>
                        <a:lnSpc>
                          <a:spcPct val="100000"/>
                        </a:lnSpc>
                      </a:pPr>
                      <a:r>
                        <a:rPr lang="en-US" sz="1000" b="0" strike="noStrike" spc="-1" dirty="0">
                          <a:solidFill>
                            <a:schemeClr val="dk1"/>
                          </a:solidFill>
                          <a:latin typeface="Trebuchet MS"/>
                        </a:rPr>
                        <a:t>Daily To-do Manager is a user-friendly system that helps users efficiently manage their daily tasks and long-term goals</a:t>
                      </a:r>
                      <a:endParaRPr lang="en-GB" sz="1000" b="0" strike="noStrike" spc="-1" dirty="0">
                        <a:solidFill>
                          <a:srgbClr val="000000"/>
                        </a:solid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AF5F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 name="Rectangle 2"/>
          <p:cNvSpPr/>
          <p:nvPr/>
        </p:nvSpPr>
        <p:spPr>
          <a:xfrm>
            <a:off x="503280" y="1768320"/>
            <a:ext cx="9070200" cy="4988880"/>
          </a:xfrm>
          <a:prstGeom prst="rect">
            <a:avLst/>
          </a:prstGeom>
          <a:noFill/>
          <a:ln w="0">
            <a:noFill/>
          </a:ln>
        </p:spPr>
        <p:style>
          <a:lnRef idx="0">
            <a:scrgbClr r="0" g="0" b="0"/>
          </a:lnRef>
          <a:fillRef idx="0">
            <a:scrgbClr r="0" g="0" b="0"/>
          </a:fillRef>
          <a:effectRef idx="0">
            <a:scrgbClr r="0" g="0" b="0"/>
          </a:effectRef>
          <a:fontRef idx="minor"/>
        </p:style>
        <p:txBody>
          <a:bodyPr lIns="0" tIns="21240" rIns="0" bIns="0" anchor="t">
            <a:noAutofit/>
          </a:bodyPr>
          <a:lstStyle/>
          <a:p>
            <a:pPr marL="108000">
              <a:lnSpc>
                <a:spcPct val="93000"/>
              </a:lnSpc>
              <a:spcAft>
                <a:spcPts val="1412"/>
              </a:spcAft>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n-IN" sz="2400" b="0" strike="noStrike" spc="-1">
              <a:solidFill>
                <a:srgbClr val="000000"/>
              </a:solidFill>
              <a:latin typeface="Times New Roman"/>
              <a:ea typeface="DejaVu Sans"/>
            </a:endParaRPr>
          </a:p>
        </p:txBody>
      </p:sp>
      <p:sp>
        <p:nvSpPr>
          <p:cNvPr id="139" name="PlaceHolder 1"/>
          <p:cNvSpPr>
            <a:spLocks noGrp="1"/>
          </p:cNvSpPr>
          <p:nvPr>
            <p:ph type="title"/>
          </p:nvPr>
        </p:nvSpPr>
        <p:spPr>
          <a:xfrm>
            <a:off x="719280" y="108000"/>
            <a:ext cx="3744360" cy="1078920"/>
          </a:xfrm>
          <a:prstGeom prst="rect">
            <a:avLst/>
          </a:prstGeom>
          <a:noFill/>
          <a:ln w="0">
            <a:noFill/>
          </a:ln>
        </p:spPr>
        <p:txBody>
          <a:bodyPr lIns="90000" tIns="45000" rIns="90000" bIns="45000" numCol="1" spcCol="0" anchor="t">
            <a:noAutofit/>
          </a:bodyPr>
          <a:lstStyle/>
          <a:p>
            <a:pPr indent="0">
              <a:lnSpc>
                <a:spcPct val="100000"/>
              </a:lnSpc>
              <a:buNone/>
              <a:tabLst>
                <a:tab pos="0" algn="l"/>
              </a:tabLst>
            </a:pPr>
            <a:r>
              <a:rPr lang="en-IN" sz="3970" b="0" strike="noStrike" spc="-1">
                <a:solidFill>
                  <a:srgbClr val="000000"/>
                </a:solidFill>
                <a:latin typeface="Times New Roman"/>
              </a:rPr>
              <a:t>TOOLS</a:t>
            </a:r>
            <a:endParaRPr lang="en-GB" sz="3970" b="0" strike="noStrike" spc="-1">
              <a:solidFill>
                <a:srgbClr val="000000"/>
              </a:solidFill>
              <a:latin typeface="Arial"/>
            </a:endParaRPr>
          </a:p>
        </p:txBody>
      </p:sp>
      <p:sp>
        <p:nvSpPr>
          <p:cNvPr id="140" name="PlaceHolder 2"/>
          <p:cNvSpPr>
            <a:spLocks noGrp="1"/>
          </p:cNvSpPr>
          <p:nvPr>
            <p:ph/>
          </p:nvPr>
        </p:nvSpPr>
        <p:spPr>
          <a:xfrm>
            <a:off x="562680" y="853200"/>
            <a:ext cx="7896960" cy="5266440"/>
          </a:xfrm>
          <a:prstGeom prst="rect">
            <a:avLst/>
          </a:prstGeom>
          <a:noFill/>
          <a:ln w="0">
            <a:noFill/>
          </a:ln>
        </p:spPr>
        <p:txBody>
          <a:bodyPr lIns="90000" tIns="45000" rIns="90000" bIns="45000" numCol="1" spcCol="0" anchor="t">
            <a:noAutofit/>
          </a:bodyPr>
          <a:lstStyle/>
          <a:p>
            <a:pPr marL="216000" indent="-216000">
              <a:lnSpc>
                <a:spcPct val="100000"/>
              </a:lnSpc>
              <a:spcBef>
                <a:spcPts val="1106"/>
              </a:spcBef>
              <a:buClr>
                <a:srgbClr val="000000"/>
              </a:buClr>
              <a:buSzPct val="45000"/>
              <a:buFont typeface="Wingdings" charset="2"/>
              <a:buChar char=""/>
            </a:pPr>
            <a:r>
              <a:rPr lang="en-IN" sz="2200" b="1" strike="noStrike" spc="-1" dirty="0">
                <a:solidFill>
                  <a:srgbClr val="404040"/>
                </a:solidFill>
                <a:latin typeface="Times New Roman"/>
              </a:rPr>
              <a:t>Front End</a:t>
            </a:r>
            <a:endParaRPr lang="en-GB" sz="2200" b="0" strike="noStrike" spc="-1" dirty="0">
              <a:solidFill>
                <a:srgbClr val="000000"/>
              </a:solidFill>
              <a:latin typeface="Arial"/>
            </a:endParaRPr>
          </a:p>
          <a:p>
            <a:pPr marL="216000" indent="-216000">
              <a:lnSpc>
                <a:spcPct val="100000"/>
              </a:lnSpc>
              <a:spcBef>
                <a:spcPts val="1106"/>
              </a:spcBef>
              <a:buClr>
                <a:srgbClr val="000000"/>
              </a:buClr>
              <a:buSzPct val="45000"/>
              <a:buFont typeface="Wingdings" charset="2"/>
              <a:buChar char=""/>
            </a:pPr>
            <a:r>
              <a:rPr lang="en-IN" sz="2000" b="0" u="sng" strike="noStrike" spc="-1" dirty="0">
                <a:solidFill>
                  <a:srgbClr val="404040"/>
                </a:solidFill>
                <a:uFillTx/>
                <a:latin typeface="Times New Roman"/>
              </a:rPr>
              <a:t>HTML/CSS:</a:t>
            </a:r>
            <a:r>
              <a:rPr lang="en-IN" sz="2000" b="0" strike="noStrike" spc="-1" dirty="0">
                <a:solidFill>
                  <a:srgbClr val="404040"/>
                </a:solidFill>
                <a:latin typeface="Times New Roman"/>
              </a:rPr>
              <a:t> HTML structures web content while. CSS styles and layouts it, creating the visual presentation of websites</a:t>
            </a:r>
            <a:endParaRPr lang="en-GB" sz="2000" b="0" strike="noStrike" spc="-1" dirty="0">
              <a:solidFill>
                <a:srgbClr val="000000"/>
              </a:solidFill>
              <a:latin typeface="Arial"/>
            </a:endParaRPr>
          </a:p>
          <a:p>
            <a:pPr marL="216000" indent="-216000">
              <a:lnSpc>
                <a:spcPct val="100000"/>
              </a:lnSpc>
              <a:spcBef>
                <a:spcPts val="1106"/>
              </a:spcBef>
              <a:buClr>
                <a:srgbClr val="000000"/>
              </a:buClr>
              <a:buSzPct val="45000"/>
              <a:buFont typeface="Wingdings" charset="2"/>
              <a:buChar char=""/>
            </a:pPr>
            <a:r>
              <a:rPr lang="en-IN" sz="2000" b="0" u="sng" strike="noStrike" spc="-1" dirty="0" err="1">
                <a:solidFill>
                  <a:srgbClr val="404040"/>
                </a:solidFill>
                <a:uFillTx/>
                <a:latin typeface="Times New Roman"/>
              </a:rPr>
              <a:t>JavaScript:</a:t>
            </a:r>
            <a:r>
              <a:rPr lang="en-IN" sz="2000" b="0" strike="noStrike" spc="-1" dirty="0" err="1">
                <a:solidFill>
                  <a:srgbClr val="404040"/>
                </a:solidFill>
                <a:latin typeface="Times New Roman"/>
              </a:rPr>
              <a:t>JavaScript</a:t>
            </a:r>
            <a:r>
              <a:rPr lang="en-IN" sz="2000" b="0" strike="noStrike" spc="-1" dirty="0">
                <a:solidFill>
                  <a:srgbClr val="404040"/>
                </a:solidFill>
                <a:latin typeface="Times New Roman"/>
              </a:rPr>
              <a:t> adds interactivity and dynamic features to websites, enabling a responsive user experience</a:t>
            </a:r>
            <a:endParaRPr lang="en-GB" sz="2000" b="0" strike="noStrike" spc="-1" dirty="0">
              <a:solidFill>
                <a:srgbClr val="000000"/>
              </a:solidFill>
              <a:latin typeface="Arial"/>
            </a:endParaRPr>
          </a:p>
          <a:p>
            <a:pPr marL="216000" indent="0">
              <a:lnSpc>
                <a:spcPct val="100000"/>
              </a:lnSpc>
              <a:spcBef>
                <a:spcPts val="1106"/>
              </a:spcBef>
              <a:buNone/>
              <a:tabLst>
                <a:tab pos="0" algn="l"/>
              </a:tabLst>
            </a:pPr>
            <a:endParaRPr lang="en-GB" sz="2000" b="0" strike="noStrike" spc="-1" dirty="0">
              <a:solidFill>
                <a:srgbClr val="000000"/>
              </a:solidFill>
              <a:latin typeface="Arial"/>
            </a:endParaRPr>
          </a:p>
          <a:p>
            <a:pPr marL="216000" indent="-216000">
              <a:lnSpc>
                <a:spcPct val="100000"/>
              </a:lnSpc>
              <a:spcBef>
                <a:spcPts val="1106"/>
              </a:spcBef>
              <a:buClr>
                <a:srgbClr val="000000"/>
              </a:buClr>
              <a:buSzPct val="45000"/>
              <a:buFont typeface="Wingdings" charset="2"/>
              <a:buChar char=""/>
              <a:tabLst>
                <a:tab pos="0" algn="l"/>
              </a:tabLst>
            </a:pPr>
            <a:r>
              <a:rPr lang="en-IN" sz="2200" b="1" strike="noStrike" spc="-1" dirty="0">
                <a:solidFill>
                  <a:srgbClr val="404040"/>
                </a:solidFill>
                <a:latin typeface="Times New Roman"/>
              </a:rPr>
              <a:t>Back End</a:t>
            </a:r>
            <a:endParaRPr lang="en-GB" sz="2200" b="0" strike="noStrike" spc="-1" dirty="0">
              <a:solidFill>
                <a:srgbClr val="000000"/>
              </a:solidFill>
              <a:latin typeface="Arial"/>
            </a:endParaRPr>
          </a:p>
          <a:p>
            <a:pPr marL="216000" indent="-216000">
              <a:lnSpc>
                <a:spcPct val="100000"/>
              </a:lnSpc>
              <a:spcBef>
                <a:spcPts val="1106"/>
              </a:spcBef>
              <a:buClr>
                <a:srgbClr val="000000"/>
              </a:buClr>
              <a:buSzPct val="45000"/>
              <a:buFont typeface="Wingdings" charset="2"/>
              <a:buChar char=""/>
              <a:tabLst>
                <a:tab pos="0" algn="l"/>
              </a:tabLst>
            </a:pPr>
            <a:r>
              <a:rPr lang="en-IN" sz="2000" b="0" u="sng" strike="noStrike" spc="-1" dirty="0" err="1">
                <a:solidFill>
                  <a:srgbClr val="404040"/>
                </a:solidFill>
                <a:uFillTx/>
                <a:latin typeface="Times New Roman"/>
              </a:rPr>
              <a:t>Node.js</a:t>
            </a:r>
            <a:r>
              <a:rPr lang="en-IN" sz="2000" b="0" strike="noStrike" spc="-1" dirty="0" err="1">
                <a:solidFill>
                  <a:srgbClr val="404040"/>
                </a:solidFill>
                <a:latin typeface="Times New Roman"/>
              </a:rPr>
              <a:t>:"Node.js</a:t>
            </a:r>
            <a:r>
              <a:rPr lang="en-IN" sz="2000" b="0" strike="noStrike" spc="-1" dirty="0">
                <a:solidFill>
                  <a:srgbClr val="404040"/>
                </a:solidFill>
                <a:latin typeface="Times New Roman"/>
              </a:rPr>
              <a:t> is a JavaScript runtime that enables server-side development, allowing for scalable and efficient web applications</a:t>
            </a:r>
            <a:endParaRPr lang="en-GB" sz="2000" b="0" strike="noStrike" spc="-1" dirty="0">
              <a:solidFill>
                <a:srgbClr val="000000"/>
              </a:solidFill>
              <a:latin typeface="Arial"/>
            </a:endParaRPr>
          </a:p>
          <a:p>
            <a:pPr marL="216000" indent="-216000">
              <a:lnSpc>
                <a:spcPct val="100000"/>
              </a:lnSpc>
              <a:spcBef>
                <a:spcPts val="1106"/>
              </a:spcBef>
              <a:buClr>
                <a:srgbClr val="000000"/>
              </a:buClr>
              <a:buSzPct val="45000"/>
              <a:buFont typeface="Wingdings" charset="2"/>
              <a:buChar char=""/>
              <a:tabLst>
                <a:tab pos="0" algn="l"/>
              </a:tabLst>
            </a:pPr>
            <a:r>
              <a:rPr lang="en-IN" sz="2000" b="0" u="sng" strike="noStrike" spc="-1" dirty="0">
                <a:solidFill>
                  <a:srgbClr val="404040"/>
                </a:solidFill>
                <a:uFillTx/>
                <a:latin typeface="Times New Roman"/>
              </a:rPr>
              <a:t>SQLite</a:t>
            </a:r>
            <a:r>
              <a:rPr lang="en-IN" sz="2000" b="0" strike="noStrike" spc="-1" dirty="0">
                <a:solidFill>
                  <a:srgbClr val="404040"/>
                </a:solidFill>
                <a:latin typeface="Times New Roman"/>
              </a:rPr>
              <a:t>: SQLite is a lightweight, serverless database engine that stores data in a single file, ideal for small to medium-sized applications.</a:t>
            </a:r>
            <a:endParaRPr lang="en-GB" sz="2000" b="0" strike="noStrike" spc="-1" dirty="0">
              <a:solidFill>
                <a:srgbClr val="000000"/>
              </a:solidFill>
              <a:latin typeface="Arial"/>
            </a:endParaRPr>
          </a:p>
          <a:p>
            <a:pPr marL="216000" indent="0">
              <a:lnSpc>
                <a:spcPct val="100000"/>
              </a:lnSpc>
              <a:spcBef>
                <a:spcPts val="1106"/>
              </a:spcBef>
              <a:buNone/>
              <a:tabLst>
                <a:tab pos="0" algn="l"/>
              </a:tabLst>
            </a:pPr>
            <a:endParaRPr lang="en-GB" sz="2000" b="0" strike="noStrike" spc="-1" dirty="0">
              <a:solidFill>
                <a:srgbClr val="000000"/>
              </a:solidFill>
              <a:latin typeface="Arial"/>
            </a:endParaRPr>
          </a:p>
          <a:p>
            <a:pPr marL="216000" indent="-216000">
              <a:lnSpc>
                <a:spcPct val="100000"/>
              </a:lnSpc>
              <a:spcBef>
                <a:spcPts val="1106"/>
              </a:spcBef>
              <a:buClr>
                <a:srgbClr val="000000"/>
              </a:buClr>
              <a:buSzPct val="45000"/>
              <a:buFont typeface="Wingdings" charset="2"/>
              <a:buChar char=""/>
              <a:tabLst>
                <a:tab pos="0" algn="l"/>
              </a:tabLst>
            </a:pPr>
            <a:r>
              <a:rPr lang="en-IN" sz="2200" b="1" strike="noStrike" spc="-1" dirty="0">
                <a:solidFill>
                  <a:srgbClr val="404040"/>
                </a:solidFill>
                <a:latin typeface="Times New Roman"/>
              </a:rPr>
              <a:t>Both Frontend and Backend</a:t>
            </a:r>
            <a:endParaRPr lang="en-GB" sz="2200" b="0" strike="noStrike" spc="-1" dirty="0">
              <a:solidFill>
                <a:srgbClr val="000000"/>
              </a:solidFill>
              <a:latin typeface="Arial"/>
            </a:endParaRPr>
          </a:p>
          <a:p>
            <a:pPr marL="216000" indent="-216000">
              <a:lnSpc>
                <a:spcPct val="100000"/>
              </a:lnSpc>
              <a:spcBef>
                <a:spcPts val="1106"/>
              </a:spcBef>
              <a:buClr>
                <a:srgbClr val="000000"/>
              </a:buClr>
              <a:buSzPct val="45000"/>
              <a:buFont typeface="Wingdings" charset="2"/>
              <a:buChar char=""/>
              <a:tabLst>
                <a:tab pos="0" algn="l"/>
              </a:tabLst>
            </a:pPr>
            <a:r>
              <a:rPr lang="en-IN" sz="2000" b="0" u="sng" strike="noStrike" spc="-1" dirty="0">
                <a:solidFill>
                  <a:srgbClr val="404040"/>
                </a:solidFill>
                <a:uFillTx/>
                <a:latin typeface="Times New Roman"/>
              </a:rPr>
              <a:t>Electron.js</a:t>
            </a:r>
            <a:r>
              <a:rPr lang="en-IN" sz="2000" b="0" strike="noStrike" spc="-1" dirty="0">
                <a:solidFill>
                  <a:srgbClr val="404040"/>
                </a:solidFill>
                <a:latin typeface="Times New Roman"/>
              </a:rPr>
              <a:t>: Electron.js enables the development of cross-platform desktop applications using web technologies like HTML, CSS, and JavaScript."</a:t>
            </a:r>
            <a:endParaRPr lang="en-GB" sz="2000" b="0" strike="noStrike" spc="-1" dirty="0">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 name="Rectangle 4"/>
          <p:cNvSpPr/>
          <p:nvPr/>
        </p:nvSpPr>
        <p:spPr>
          <a:xfrm>
            <a:off x="503280" y="1768320"/>
            <a:ext cx="9070200" cy="4988880"/>
          </a:xfrm>
          <a:prstGeom prst="rect">
            <a:avLst/>
          </a:prstGeom>
          <a:noFill/>
          <a:ln w="0">
            <a:noFill/>
          </a:ln>
        </p:spPr>
        <p:style>
          <a:lnRef idx="0">
            <a:scrgbClr r="0" g="0" b="0"/>
          </a:lnRef>
          <a:fillRef idx="0">
            <a:scrgbClr r="0" g="0" b="0"/>
          </a:fillRef>
          <a:effectRef idx="0">
            <a:scrgbClr r="0" g="0" b="0"/>
          </a:effectRef>
          <a:fontRef idx="minor"/>
        </p:style>
        <p:txBody>
          <a:bodyPr lIns="0" tIns="21240" rIns="0" bIns="0" anchor="t">
            <a:noAutofit/>
          </a:bodyPr>
          <a:lstStyle/>
          <a:p>
            <a:pPr>
              <a:lnSpc>
                <a:spcPct val="100000"/>
              </a:lnSpc>
            </a:pPr>
            <a:endParaRPr lang="en-IN" sz="2400" b="0" strike="noStrike" spc="-1">
              <a:solidFill>
                <a:srgbClr val="000000"/>
              </a:solidFill>
              <a:latin typeface="Times New Roman"/>
              <a:ea typeface="DejaVu Sans"/>
            </a:endParaRPr>
          </a:p>
        </p:txBody>
      </p:sp>
      <p:sp>
        <p:nvSpPr>
          <p:cNvPr id="142" name="PlaceHolder 1"/>
          <p:cNvSpPr>
            <a:spLocks noGrp="1"/>
          </p:cNvSpPr>
          <p:nvPr>
            <p:ph type="title"/>
          </p:nvPr>
        </p:nvSpPr>
        <p:spPr>
          <a:xfrm>
            <a:off x="719280" y="108000"/>
            <a:ext cx="4860360" cy="744840"/>
          </a:xfrm>
          <a:prstGeom prst="rect">
            <a:avLst/>
          </a:prstGeom>
          <a:noFill/>
          <a:ln w="0">
            <a:noFill/>
          </a:ln>
        </p:spPr>
        <p:txBody>
          <a:bodyPr lIns="90000" tIns="45000" rIns="90000" bIns="45000" numCol="1" spcCol="0" anchor="t">
            <a:noAutofit/>
          </a:bodyPr>
          <a:lstStyle/>
          <a:p>
            <a:pPr indent="0">
              <a:lnSpc>
                <a:spcPct val="100000"/>
              </a:lnSpc>
              <a:buNone/>
              <a:tabLst>
                <a:tab pos="0" algn="l"/>
              </a:tabLst>
            </a:pPr>
            <a:r>
              <a:rPr lang="en-IN" sz="3970" b="0" strike="noStrike" spc="-1">
                <a:solidFill>
                  <a:srgbClr val="000000"/>
                </a:solidFill>
                <a:latin typeface="Times New Roman"/>
              </a:rPr>
              <a:t>IMPLIMENTATIONS</a:t>
            </a:r>
            <a:endParaRPr lang="en-GB" sz="3970" b="0" strike="noStrike" spc="-1">
              <a:solidFill>
                <a:srgbClr val="000000"/>
              </a:solidFill>
              <a:latin typeface="Arial"/>
            </a:endParaRPr>
          </a:p>
        </p:txBody>
      </p:sp>
      <p:sp>
        <p:nvSpPr>
          <p:cNvPr id="143" name="PlaceHolder 2"/>
          <p:cNvSpPr>
            <a:spLocks noGrp="1"/>
          </p:cNvSpPr>
          <p:nvPr>
            <p:ph/>
          </p:nvPr>
        </p:nvSpPr>
        <p:spPr>
          <a:xfrm>
            <a:off x="562680" y="853200"/>
            <a:ext cx="7896960" cy="5266440"/>
          </a:xfrm>
          <a:prstGeom prst="rect">
            <a:avLst/>
          </a:prstGeom>
          <a:noFill/>
          <a:ln w="0">
            <a:noFill/>
          </a:ln>
        </p:spPr>
        <p:txBody>
          <a:bodyPr lIns="90000" tIns="45000" rIns="90000" bIns="45000" numCol="1" spcCol="0" anchor="t">
            <a:noAutofit/>
          </a:bodyPr>
          <a:lstStyle/>
          <a:p>
            <a:pPr marL="216000" indent="-216000">
              <a:lnSpc>
                <a:spcPct val="100000"/>
              </a:lnSpc>
              <a:spcBef>
                <a:spcPts val="1106"/>
              </a:spcBef>
              <a:buClr>
                <a:srgbClr val="000000"/>
              </a:buClr>
              <a:buSzPct val="45000"/>
              <a:buFont typeface="Wingdings" charset="2"/>
              <a:buChar char=""/>
            </a:pPr>
            <a:r>
              <a:rPr lang="en-IN" sz="2200" b="1" strike="noStrike" spc="-1">
                <a:solidFill>
                  <a:srgbClr val="404040"/>
                </a:solidFill>
                <a:latin typeface="Times New Roman"/>
              </a:rPr>
              <a:t>.</a:t>
            </a:r>
            <a:endParaRPr lang="en-GB" sz="22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 name="Rectangle 1"/>
          <p:cNvSpPr/>
          <p:nvPr/>
        </p:nvSpPr>
        <p:spPr>
          <a:xfrm>
            <a:off x="503280" y="301680"/>
            <a:ext cx="9070200" cy="1261440"/>
          </a:xfrm>
          <a:prstGeom prst="rect">
            <a:avLst/>
          </a:prstGeom>
          <a:noFill/>
          <a:ln w="0">
            <a:noFill/>
          </a:ln>
        </p:spPr>
        <p:style>
          <a:lnRef idx="0">
            <a:scrgbClr r="0" g="0" b="0"/>
          </a:lnRef>
          <a:fillRef idx="0">
            <a:scrgbClr r="0" g="0" b="0"/>
          </a:fillRef>
          <a:effectRef idx="0">
            <a:scrgbClr r="0" g="0" b="0"/>
          </a:effectRef>
          <a:fontRef idx="minor"/>
        </p:style>
        <p:txBody>
          <a:bodyPr lIns="0" tIns="31680" rIns="0" bIns="0" anchor="ctr">
            <a:noAutofit/>
          </a:bodyPr>
          <a:lstStyle/>
          <a:p>
            <a:pPr>
              <a:lnSpc>
                <a:spcPct val="93000"/>
              </a:lnSpc>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en-IN" sz="3600" b="1" strike="noStrike" spc="-1">
                <a:solidFill>
                  <a:srgbClr val="000000"/>
                </a:solidFill>
                <a:latin typeface="Times New Roman"/>
                <a:ea typeface="DejaVu Sans"/>
              </a:rPr>
              <a:t>Conclusion </a:t>
            </a:r>
            <a:endParaRPr lang="en-GB" sz="3600" b="0" strike="noStrike" spc="-1">
              <a:solidFill>
                <a:srgbClr val="000000"/>
              </a:solidFill>
              <a:latin typeface="Arial"/>
            </a:endParaRPr>
          </a:p>
        </p:txBody>
      </p:sp>
      <p:sp>
        <p:nvSpPr>
          <p:cNvPr id="145" name="Rectangle 2"/>
          <p:cNvSpPr/>
          <p:nvPr/>
        </p:nvSpPr>
        <p:spPr>
          <a:xfrm>
            <a:off x="503280" y="1563840"/>
            <a:ext cx="9070200" cy="5193720"/>
          </a:xfrm>
          <a:prstGeom prst="rect">
            <a:avLst/>
          </a:prstGeom>
          <a:noFill/>
          <a:ln w="0">
            <a:noFill/>
          </a:ln>
        </p:spPr>
        <p:style>
          <a:lnRef idx="0">
            <a:scrgbClr r="0" g="0" b="0"/>
          </a:lnRef>
          <a:fillRef idx="0">
            <a:scrgbClr r="0" g="0" b="0"/>
          </a:fillRef>
          <a:effectRef idx="0">
            <a:scrgbClr r="0" g="0" b="0"/>
          </a:effectRef>
          <a:fontRef idx="minor"/>
        </p:style>
        <p:txBody>
          <a:bodyPr lIns="0" tIns="21240" rIns="0" bIns="0" anchor="t">
            <a:noAutofit/>
          </a:bodyPr>
          <a:lstStyle/>
          <a:p>
            <a:pPr marL="108000">
              <a:lnSpc>
                <a:spcPct val="93000"/>
              </a:lnSpc>
              <a:spcAft>
                <a:spcPts val="1412"/>
              </a:spcAft>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n-IN" sz="2400" b="0" strike="noStrike" spc="-1">
              <a:solidFill>
                <a:srgbClr val="000000"/>
              </a:solidFill>
              <a:latin typeface="Times New Roman"/>
              <a:ea typeface="DejaVu Sans"/>
            </a:endParaRPr>
          </a:p>
        </p:txBody>
      </p:sp>
      <p:sp>
        <p:nvSpPr>
          <p:cNvPr id="146" name="PlaceHolder 1"/>
          <p:cNvSpPr>
            <a:spLocks noGrp="1"/>
          </p:cNvSpPr>
          <p:nvPr>
            <p:ph/>
          </p:nvPr>
        </p:nvSpPr>
        <p:spPr>
          <a:xfrm>
            <a:off x="671400" y="1563840"/>
            <a:ext cx="7320960" cy="3799800"/>
          </a:xfrm>
          <a:prstGeom prst="rect">
            <a:avLst/>
          </a:prstGeom>
          <a:noFill/>
          <a:ln w="0">
            <a:noFill/>
          </a:ln>
        </p:spPr>
        <p:txBody>
          <a:bodyPr lIns="90000" tIns="45000" rIns="90000" bIns="45000" numCol="1" spcCol="0" anchor="t">
            <a:noAutofit/>
          </a:bodyPr>
          <a:lstStyle/>
          <a:p>
            <a:pPr marL="378000" indent="-378000">
              <a:lnSpc>
                <a:spcPct val="100000"/>
              </a:lnSpc>
              <a:spcBef>
                <a:spcPts val="1100"/>
              </a:spcBef>
              <a:buClr>
                <a:srgbClr val="5FCBEF"/>
              </a:buClr>
              <a:buSzPct val="80000"/>
              <a:buFont typeface="Wingdings 3" charset="2"/>
              <a:buChar char=""/>
            </a:pPr>
            <a:r>
              <a:rPr lang="en-US" sz="1800" b="0" strike="noStrike" spc="-1" dirty="0">
                <a:solidFill>
                  <a:srgbClr val="404040"/>
                </a:solidFill>
                <a:latin typeface="Times New Roman"/>
              </a:rPr>
              <a:t>We aim to create this productivity app to significantly enhance our ability to manage study sessions, track progress, and stay </a:t>
            </a:r>
            <a:r>
              <a:rPr lang="en-US" sz="1800" b="0" strike="noStrike" spc="-1" dirty="0" err="1">
                <a:solidFill>
                  <a:srgbClr val="404040"/>
                </a:solidFill>
                <a:latin typeface="Times New Roman"/>
              </a:rPr>
              <a:t>organized.The</a:t>
            </a:r>
            <a:r>
              <a:rPr lang="en-US" sz="1800" b="0" strike="noStrike" spc="-1" dirty="0">
                <a:solidFill>
                  <a:srgbClr val="404040"/>
                </a:solidFill>
                <a:latin typeface="Times New Roman"/>
              </a:rPr>
              <a:t> app will help us maintain focus with a dedicated pop-up widget, manage our time better with a Pomodoro timer, and stay organized with a to-do checklist and task scheduling features. Additionally, by providing progress tracking, event countdowns, notifications, reminders, and a customizable interface, the app ensures that we can personalize our study experience and keep track of important deadlines.</a:t>
            </a:r>
            <a:endParaRPr lang="en-GB" sz="1800" b="0" strike="noStrike" spc="-1" dirty="0">
              <a:solidFill>
                <a:srgbClr val="000000"/>
              </a:solidFill>
              <a:latin typeface="Arial"/>
            </a:endParaRPr>
          </a:p>
          <a:p>
            <a:pPr indent="0">
              <a:lnSpc>
                <a:spcPct val="100000"/>
              </a:lnSpc>
              <a:spcBef>
                <a:spcPts val="1100"/>
              </a:spcBef>
              <a:buNone/>
              <a:tabLst>
                <a:tab pos="0" algn="l"/>
              </a:tabLst>
            </a:pPr>
            <a:endParaRPr lang="en-GB" sz="1800" b="0" strike="noStrike" spc="-1" dirty="0">
              <a:solidFill>
                <a:srgbClr val="000000"/>
              </a:solidFill>
              <a:latin typeface="Arial"/>
            </a:endParaRPr>
          </a:p>
          <a:p>
            <a:pPr marL="378000" indent="-378000">
              <a:lnSpc>
                <a:spcPct val="100000"/>
              </a:lnSpc>
              <a:spcBef>
                <a:spcPts val="1100"/>
              </a:spcBef>
              <a:buClr>
                <a:srgbClr val="5FCBEF"/>
              </a:buClr>
              <a:buSzPct val="80000"/>
              <a:buFont typeface="Wingdings 3" charset="2"/>
              <a:buChar char=""/>
              <a:tabLst>
                <a:tab pos="0" algn="l"/>
              </a:tabLst>
            </a:pPr>
            <a:r>
              <a:rPr lang="en-US" sz="1800" b="0" strike="noStrike" spc="-1" dirty="0">
                <a:solidFill>
                  <a:srgbClr val="404040"/>
                </a:solidFill>
                <a:latin typeface="Times New Roman"/>
              </a:rPr>
              <a:t>Creating this app offers numerous advantages, including enhanced focus, improved time management, and increased motivation through streaks and goal-setting. The ability to access the app offline and across different platforms ensures we can stay productive regardless of our device or internet connectivity. Overall, this productivity app will be an invaluable tool in our academic journey, helping us stay organized, motivated, and on top of our studies.</a:t>
            </a:r>
            <a:endParaRPr lang="en-GB" sz="1800" b="0" strike="noStrike" spc="-1" dirty="0">
              <a:solidFill>
                <a:srgbClr val="000000"/>
              </a:solidFill>
              <a:latin typeface="Arial"/>
            </a:endParaRPr>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395</TotalTime>
  <Words>852</Words>
  <Application>Microsoft Office PowerPoint</Application>
  <PresentationFormat>Custom</PresentationFormat>
  <Paragraphs>75</Paragraphs>
  <Slides>9</Slides>
  <Notes>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Arial</vt:lpstr>
      <vt:lpstr>Symbol</vt:lpstr>
      <vt:lpstr>Times New Roman</vt:lpstr>
      <vt:lpstr>Trebuchet MS</vt:lpstr>
      <vt:lpstr>Wingdings</vt:lpstr>
      <vt:lpstr>Wingdings 3</vt:lpstr>
      <vt:lpstr>Facet</vt:lpstr>
      <vt:lpstr>Facet</vt:lpstr>
      <vt:lpstr>AI-DRIVEN TASK MANAGER APP</vt:lpstr>
      <vt:lpstr>PowerPoint Presentation</vt:lpstr>
      <vt:lpstr>FEATURES </vt:lpstr>
      <vt:lpstr>PROBLEM STATEMENT: </vt:lpstr>
      <vt:lpstr>BLOCK DIAGRAM</vt:lpstr>
      <vt:lpstr>PowerPoint Presentation</vt:lpstr>
      <vt:lpstr>TOOLS</vt:lpstr>
      <vt:lpstr>IMPLIMENTATIONS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v b</dc:creator>
  <dc:description/>
  <cp:lastModifiedBy>das.kuheli.05@gmail.com</cp:lastModifiedBy>
  <cp:revision>36</cp:revision>
  <cp:lastPrinted>1601-01-01T00:00:00Z</cp:lastPrinted>
  <dcterms:created xsi:type="dcterms:W3CDTF">2017-10-25T08:22:14Z</dcterms:created>
  <dcterms:modified xsi:type="dcterms:W3CDTF">2024-09-02T04:28:08Z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false</vt:bool>
  </property>
  <property fmtid="{D5CDD505-2E9C-101B-9397-08002B2CF9AE}" pid="4" name="LinksUpToDate">
    <vt:bool>false</vt:bool>
  </property>
  <property fmtid="{D5CDD505-2E9C-101B-9397-08002B2CF9AE}" pid="5" name="MMClips">
    <vt:i4>0</vt:i4>
  </property>
  <property fmtid="{D5CDD505-2E9C-101B-9397-08002B2CF9AE}" pid="6" name="Notes">
    <vt:i4>5</vt:i4>
  </property>
  <property fmtid="{D5CDD505-2E9C-101B-9397-08002B2CF9AE}" pid="7" name="PresentationFormat">
    <vt:lpwstr>Custom</vt:lpwstr>
  </property>
  <property fmtid="{D5CDD505-2E9C-101B-9397-08002B2CF9AE}" pid="8" name="ScaleCrop">
    <vt:bool>false</vt:bool>
  </property>
  <property fmtid="{D5CDD505-2E9C-101B-9397-08002B2CF9AE}" pid="9" name="ShareDoc">
    <vt:bool>false</vt:bool>
  </property>
  <property fmtid="{D5CDD505-2E9C-101B-9397-08002B2CF9AE}" pid="10" name="Slides">
    <vt:i4>7</vt:i4>
  </property>
</Properties>
</file>